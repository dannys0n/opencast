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y="5143500" cx="9144000"/>
  <p:notesSz cx="6858000" cy="9144000"/>
  <p:embeddedFontLst>
    <p:embeddedFont>
      <p:font typeface="Hanken Grotesk Medium"/>
      <p:regular r:id="rId51"/>
      <p:bold r:id="rId52"/>
      <p:italic r:id="rId53"/>
      <p:boldItalic r:id="rId54"/>
    </p:embeddedFont>
    <p:embeddedFont>
      <p:font typeface="Neuton Light"/>
      <p:regular r:id="rId55"/>
      <p:bold r:id="rId56"/>
      <p:boldItalic r:id="rId57"/>
    </p:embeddedFont>
    <p:embeddedFont>
      <p:font typeface="Hanken Grotesk"/>
      <p:regular r:id="rId58"/>
      <p:bold r:id="rId59"/>
      <p:italic r:id="rId60"/>
      <p:boldItalic r:id="rId61"/>
    </p:embeddedFont>
    <p:embeddedFont>
      <p:font typeface="Hanken Grotesk SemiBold"/>
      <p:regular r:id="rId62"/>
      <p:bold r:id="rId63"/>
      <p:italic r:id="rId64"/>
      <p:boldItalic r:id="rId65"/>
    </p:embeddedFont>
    <p:embeddedFont>
      <p:font typeface="Neuton"/>
      <p:regular r:id="rId66"/>
      <p:bold r:id="rId67"/>
      <p:italic r:id="rId68"/>
    </p:embeddedFont>
    <p:embeddedFont>
      <p:font typeface="Hanken Grotesk Light"/>
      <p:regular r:id="rId69"/>
      <p:bold r:id="rId70"/>
      <p:italic r:id="rId71"/>
      <p:boldItalic r:id="rId7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2" Type="http://schemas.openxmlformats.org/officeDocument/2006/relationships/font" Target="fonts/HankenGroteskLight-boldItalic.fnt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HankenGroteskLight-italic.fntdata"/><Relationship Id="rId70" Type="http://schemas.openxmlformats.org/officeDocument/2006/relationships/font" Target="fonts/HankenGroteskLight-bold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HankenGroteskSemiBold-regular.fntdata"/><Relationship Id="rId61" Type="http://schemas.openxmlformats.org/officeDocument/2006/relationships/font" Target="fonts/HankenGrotesk-boldItalic.fntdata"/><Relationship Id="rId20" Type="http://schemas.openxmlformats.org/officeDocument/2006/relationships/slide" Target="slides/slide15.xml"/><Relationship Id="rId64" Type="http://schemas.openxmlformats.org/officeDocument/2006/relationships/font" Target="fonts/HankenGroteskSemiBold-italic.fntdata"/><Relationship Id="rId63" Type="http://schemas.openxmlformats.org/officeDocument/2006/relationships/font" Target="fonts/HankenGroteskSemiBold-bold.fntdata"/><Relationship Id="rId22" Type="http://schemas.openxmlformats.org/officeDocument/2006/relationships/slide" Target="slides/slide17.xml"/><Relationship Id="rId66" Type="http://schemas.openxmlformats.org/officeDocument/2006/relationships/font" Target="fonts/Neuton-regular.fntdata"/><Relationship Id="rId21" Type="http://schemas.openxmlformats.org/officeDocument/2006/relationships/slide" Target="slides/slide16.xml"/><Relationship Id="rId65" Type="http://schemas.openxmlformats.org/officeDocument/2006/relationships/font" Target="fonts/HankenGroteskSemiBold-boldItalic.fntdata"/><Relationship Id="rId24" Type="http://schemas.openxmlformats.org/officeDocument/2006/relationships/slide" Target="slides/slide19.xml"/><Relationship Id="rId68" Type="http://schemas.openxmlformats.org/officeDocument/2006/relationships/font" Target="fonts/Neuton-italic.fntdata"/><Relationship Id="rId23" Type="http://schemas.openxmlformats.org/officeDocument/2006/relationships/slide" Target="slides/slide18.xml"/><Relationship Id="rId67" Type="http://schemas.openxmlformats.org/officeDocument/2006/relationships/font" Target="fonts/Neuton-bold.fntdata"/><Relationship Id="rId60" Type="http://schemas.openxmlformats.org/officeDocument/2006/relationships/font" Target="fonts/HankenGrotesk-italic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HankenGroteskLight-regular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HankenGroteskMedium-regular.fntdata"/><Relationship Id="rId50" Type="http://schemas.openxmlformats.org/officeDocument/2006/relationships/slide" Target="slides/slide45.xml"/><Relationship Id="rId53" Type="http://schemas.openxmlformats.org/officeDocument/2006/relationships/font" Target="fonts/HankenGroteskMedium-italic.fntdata"/><Relationship Id="rId52" Type="http://schemas.openxmlformats.org/officeDocument/2006/relationships/font" Target="fonts/HankenGroteskMedium-bold.fntdata"/><Relationship Id="rId11" Type="http://schemas.openxmlformats.org/officeDocument/2006/relationships/slide" Target="slides/slide6.xml"/><Relationship Id="rId55" Type="http://schemas.openxmlformats.org/officeDocument/2006/relationships/font" Target="fonts/NeutonLight-regular.fntdata"/><Relationship Id="rId10" Type="http://schemas.openxmlformats.org/officeDocument/2006/relationships/slide" Target="slides/slide5.xml"/><Relationship Id="rId54" Type="http://schemas.openxmlformats.org/officeDocument/2006/relationships/font" Target="fonts/HankenGroteskMedium-boldItalic.fntdata"/><Relationship Id="rId13" Type="http://schemas.openxmlformats.org/officeDocument/2006/relationships/slide" Target="slides/slide8.xml"/><Relationship Id="rId57" Type="http://schemas.openxmlformats.org/officeDocument/2006/relationships/font" Target="fonts/NeutonLight-boldItalic.fntdata"/><Relationship Id="rId12" Type="http://schemas.openxmlformats.org/officeDocument/2006/relationships/slide" Target="slides/slide7.xml"/><Relationship Id="rId56" Type="http://schemas.openxmlformats.org/officeDocument/2006/relationships/font" Target="fonts/NeutonLight-bold.fntdata"/><Relationship Id="rId15" Type="http://schemas.openxmlformats.org/officeDocument/2006/relationships/slide" Target="slides/slide10.xml"/><Relationship Id="rId59" Type="http://schemas.openxmlformats.org/officeDocument/2006/relationships/font" Target="fonts/HankenGrotesk-bold.fntdata"/><Relationship Id="rId14" Type="http://schemas.openxmlformats.org/officeDocument/2006/relationships/slide" Target="slides/slide9.xml"/><Relationship Id="rId58" Type="http://schemas.openxmlformats.org/officeDocument/2006/relationships/font" Target="fonts/HankenGrotesk-regular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d58fec1d8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3d58fec1d8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b2f61a49d50398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3b2f61a49d50398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e041365941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e041365941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d58fec1d84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d58fec1d84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3b2f61a49d50398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3b2f61a49d50398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d6e0ca2aeb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3d6e0ca2aeb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d6e0ca2aeb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g3d6e0ca2aeb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3d6e0ca2aeb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3d6e0ca2aeb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b2f61a49d50398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b2f61a49d50398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3d6e0ca2aeb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3d6e0ca2aeb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dff98cb00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3dff98cb00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b2f61a49d50398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4" name="Google Shape;814;g3b2f61a49d50398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b2f61a49d50398_3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b2f61a49d50398_3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b2f61a49d50398_3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b2f61a49d50398_3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3b2f61a49d50398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" name="Google Shape;885;g3b2f61a49d50398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g3e041365941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8" name="Google Shape;918;g3e04136594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3d58fec1d84_0_3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8" name="Google Shape;938;g3d58fec1d84_0_3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3 </a:t>
            </a:r>
            <a:r>
              <a:rPr lang="en"/>
              <a:t>kinds of lines prompting: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Events (what happened)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Follow Ups (light analysis given event + context)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Idle (heavier analysis + fill in dead air)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Location awareness i had to explicity map from position to gameplay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Wanted to add clones of different emotions: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Calm, excited, shouting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But found it inconsistent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tried adding comedic back and forth between casters:</a:t>
            </a:r>
            <a:br>
              <a:rPr lang="en"/>
            </a:br>
            <a:r>
              <a:rPr lang="en"/>
              <a:t>Decided to focus mostly on just analysis lines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3b2f61a49d50398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3b2f61a49d50398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g3b2f61a49d50398_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6" name="Google Shape;996;g3b2f61a49d50398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9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g3b2f61a49d50398_4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1" name="Google Shape;1011;g3b2f61a49d50398_4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4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g3b2f61a49d50398_4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6" name="Google Shape;1026;g3b2f61a49d50398_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g3b2f61a49d50398_4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4" name="Google Shape;1054;g3b2f61a49d50398_4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g3b2f61a49d50398_5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9" name="Google Shape;1069;g3b2f61a49d50398_5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g3b2f61a49d50398_5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6" name="Google Shape;1086;g3b2f61a49d50398_5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b2f61a49d50398_5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3" name="Google Shape;1103;g3b2f61a49d50398_5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g3d58fec1d84_0_7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9" name="Google Shape;1119;g3d58fec1d84_0_7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3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3b2f61a49d50398_7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3b2f61a49d50398_7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b2f61a49d50398_7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5" name="Google Shape;1155;g3b2f61a49d50398_7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e0413659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4" name="Google Shape;1174;g3e0413659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2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g3e041365941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4" name="Google Shape;1194;g3e041365941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g3b2f61a49d50398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5" name="Google Shape;1215;g3b2f61a49d50398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8" name="Shape 1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Google Shape;1229;g3b2f61a49d50398_5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0" name="Google Shape;1230;g3b2f61a49d50398_5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5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3b2f61a49d50398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3b2f61a49d50398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4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g3b2f61a49d50398_6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6" name="Google Shape;1266;g3b2f61a49d50398_6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5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3b2f61a49d50398_6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3b2f61a49d50398_6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8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3b2f61a49d50398_6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3b2f61a49d50398_6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3" name="Shape 1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Google Shape;1324;g3d6e0ca2aeb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5" name="Google Shape;1325;g3d6e0ca2aeb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8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3b2f61a49d50398_6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3b2f61a49d50398_6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3b2f61a49d50398_6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3b2f61a49d50398_6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Hanken Grotesk Light"/>
                <a:ea typeface="Hanken Grotesk Light"/>
                <a:cs typeface="Hanken Grotesk Light"/>
                <a:sym typeface="Hanken Grotesk Light"/>
              </a:rPr>
              <a:t>What this project explores raises meaningful ethical issues because it combines live AI analysis, synthetic speech, and voice cloning in a way that can easily blur authorship, authority, and consent;</a:t>
            </a:r>
            <a:endParaRPr sz="2200">
              <a:solidFill>
                <a:schemeClr val="dk1"/>
              </a:solidFill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t/>
            </a:r>
            <a:endParaRPr sz="2200">
              <a:solidFill>
                <a:schemeClr val="dk1"/>
              </a:solidFill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Hanken Grotesk Light"/>
                <a:ea typeface="Hanken Grotesk Light"/>
                <a:cs typeface="Hanken Grotesk Light"/>
                <a:sym typeface="Hanken Grotesk Light"/>
              </a:rPr>
              <a:t>the biggest risks for pipelines like these are impersonation or unauthorized voice use, and confidently wrong live commentary presented as trustworthy analysis. </a:t>
            </a:r>
            <a:endParaRPr sz="2200">
              <a:solidFill>
                <a:schemeClr val="dk1"/>
              </a:solidFill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t/>
            </a:r>
            <a:endParaRPr sz="2200">
              <a:solidFill>
                <a:schemeClr val="dk1"/>
              </a:solidFill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Hanken Grotesk Light"/>
                <a:ea typeface="Hanken Grotesk Light"/>
                <a:cs typeface="Hanken Grotesk Light"/>
                <a:sym typeface="Hanken Grotesk Light"/>
              </a:rPr>
              <a:t>This project is strictly for academic purposes and not hiding the fact that it’s all AI from end-to-end</a:t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8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369;g3b2f61a49d50398_6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0" name="Google Shape;1370;g3b2f61a49d50398_6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3" name="Shape 1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Google Shape;1384;g3d58fec1d84_0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5" name="Google Shape;1385;g3d58fec1d84_0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6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d58fec1d84_0_7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d58fec1d84_0_7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4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3b2f61a49d50398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3b2f61a49d50398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2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3b2f61a49d50398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3b2f61a49d50398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0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g3b2f61a49d50398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2" name="Google Shape;1422;g3b2f61a49d50398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Background">
  <p:cSld name="CUSTOM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" name="Google Shape;11;p2"/>
          <p:cNvCxnSpPr/>
          <p:nvPr/>
        </p:nvCxnSpPr>
        <p:spPr>
          <a:xfrm rot="10800000">
            <a:off x="593700" y="3671900"/>
            <a:ext cx="79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Neuton Light"/>
              <a:buNone/>
              <a:defRPr sz="8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3" type="subTitle"/>
          </p:nvPr>
        </p:nvSpPr>
        <p:spPr>
          <a:xfrm>
            <a:off x="5539488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/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4" type="subTitle"/>
          </p:nvPr>
        </p:nvSpPr>
        <p:spPr>
          <a:xfrm>
            <a:off x="7040700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/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CUSTOM_7_1_1_1_1_1_1_1_1_1_1_1_1_1_1_1_1_1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4322100" y="470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2" type="subTitle"/>
          </p:nvPr>
        </p:nvSpPr>
        <p:spPr>
          <a:xfrm>
            <a:off x="4322100" y="538525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3" type="subTitle"/>
          </p:nvPr>
        </p:nvSpPr>
        <p:spPr>
          <a:xfrm>
            <a:off x="4322100" y="10613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4" type="subTitle"/>
          </p:nvPr>
        </p:nvSpPr>
        <p:spPr>
          <a:xfrm>
            <a:off x="4322100" y="15602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5" type="subTitle"/>
          </p:nvPr>
        </p:nvSpPr>
        <p:spPr>
          <a:xfrm>
            <a:off x="4322100" y="209436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6" type="subTitle"/>
          </p:nvPr>
        </p:nvSpPr>
        <p:spPr>
          <a:xfrm>
            <a:off x="4322100" y="26053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idx="7" type="subTitle"/>
          </p:nvPr>
        </p:nvSpPr>
        <p:spPr>
          <a:xfrm>
            <a:off x="4322100" y="3120113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8" type="subTitle"/>
          </p:nvPr>
        </p:nvSpPr>
        <p:spPr>
          <a:xfrm>
            <a:off x="4322100" y="3634825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6" name="Google Shape;26;p3"/>
          <p:cNvSpPr txBox="1"/>
          <p:nvPr>
            <p:ph idx="9" type="subTitle"/>
          </p:nvPr>
        </p:nvSpPr>
        <p:spPr>
          <a:xfrm>
            <a:off x="4322100" y="4152488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3" type="subTitle"/>
          </p:nvPr>
        </p:nvSpPr>
        <p:spPr>
          <a:xfrm>
            <a:off x="4322100" y="4667200"/>
            <a:ext cx="3958800" cy="45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euton Light"/>
              <a:buNone/>
              <a:defRPr sz="28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14" type="subTitle"/>
          </p:nvPr>
        </p:nvSpPr>
        <p:spPr>
          <a:xfrm>
            <a:off x="8440475" y="353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29" name="Google Shape;29;p3"/>
          <p:cNvSpPr txBox="1"/>
          <p:nvPr>
            <p:ph idx="15" type="subTitle"/>
          </p:nvPr>
        </p:nvSpPr>
        <p:spPr>
          <a:xfrm>
            <a:off x="8440475" y="526825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0" name="Google Shape;30;p3"/>
          <p:cNvSpPr txBox="1"/>
          <p:nvPr>
            <p:ph idx="16" type="subTitle"/>
          </p:nvPr>
        </p:nvSpPr>
        <p:spPr>
          <a:xfrm>
            <a:off x="8440475" y="10496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1" name="Google Shape;31;p3"/>
          <p:cNvSpPr txBox="1"/>
          <p:nvPr>
            <p:ph idx="17" type="subTitle"/>
          </p:nvPr>
        </p:nvSpPr>
        <p:spPr>
          <a:xfrm>
            <a:off x="8440475" y="15485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2" name="Google Shape;32;p3"/>
          <p:cNvSpPr txBox="1"/>
          <p:nvPr>
            <p:ph idx="18" type="subTitle"/>
          </p:nvPr>
        </p:nvSpPr>
        <p:spPr>
          <a:xfrm>
            <a:off x="8440475" y="208266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3" name="Google Shape;33;p3"/>
          <p:cNvSpPr txBox="1"/>
          <p:nvPr>
            <p:ph idx="19" type="subTitle"/>
          </p:nvPr>
        </p:nvSpPr>
        <p:spPr>
          <a:xfrm>
            <a:off x="8440475" y="25936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4" name="Google Shape;34;p3"/>
          <p:cNvSpPr txBox="1"/>
          <p:nvPr>
            <p:ph idx="20" type="subTitle"/>
          </p:nvPr>
        </p:nvSpPr>
        <p:spPr>
          <a:xfrm>
            <a:off x="8440475" y="3108413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5" name="Google Shape;35;p3"/>
          <p:cNvSpPr txBox="1"/>
          <p:nvPr>
            <p:ph idx="21" type="subTitle"/>
          </p:nvPr>
        </p:nvSpPr>
        <p:spPr>
          <a:xfrm>
            <a:off x="8440475" y="3623125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6" name="Google Shape;36;p3"/>
          <p:cNvSpPr txBox="1"/>
          <p:nvPr>
            <p:ph idx="22" type="subTitle"/>
          </p:nvPr>
        </p:nvSpPr>
        <p:spPr>
          <a:xfrm>
            <a:off x="8440475" y="4140788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7" name="Google Shape;37;p3"/>
          <p:cNvSpPr txBox="1"/>
          <p:nvPr>
            <p:ph idx="23" type="subTitle"/>
          </p:nvPr>
        </p:nvSpPr>
        <p:spPr>
          <a:xfrm>
            <a:off x="8440475" y="4655500"/>
            <a:ext cx="703500" cy="452700"/>
          </a:xfrm>
          <a:prstGeom prst="rect">
            <a:avLst/>
          </a:prstGeom>
        </p:spPr>
        <p:txBody>
          <a:bodyPr anchorCtr="0" anchor="ctr" bIns="0" lIns="0" spcFirstLastPara="1" rIns="7200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Hanken Grotesk"/>
              <a:buNone/>
              <a:defRPr sz="2800"/>
            </a:lvl9pPr>
          </a:lstStyle>
          <a:p/>
        </p:txBody>
      </p:sp>
      <p:sp>
        <p:nvSpPr>
          <p:cNvPr id="38" name="Google Shape;38;p3"/>
          <p:cNvSpPr txBox="1"/>
          <p:nvPr>
            <p:ph type="title"/>
          </p:nvPr>
        </p:nvSpPr>
        <p:spPr>
          <a:xfrm>
            <a:off x="594025" y="184702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Folder Orange">
  <p:cSld name="CUSTOM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1" name="Google Shape;41;p4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" name="Google Shape;42;p4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3" name="Google Shape;43;p4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4" name="Google Shape;44;p4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5" name="Google Shape;45;p4"/>
          <p:cNvSpPr txBox="1"/>
          <p:nvPr>
            <p:ph type="title"/>
          </p:nvPr>
        </p:nvSpPr>
        <p:spPr>
          <a:xfrm>
            <a:off x="1399000" y="2328176"/>
            <a:ext cx="6881700" cy="781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Font typeface="Hanken Grotesk Light"/>
              <a:buNone/>
              <a:defRPr sz="4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" name="Google Shape;46;p4"/>
          <p:cNvSpPr txBox="1"/>
          <p:nvPr>
            <p:ph idx="5" type="title"/>
          </p:nvPr>
        </p:nvSpPr>
        <p:spPr>
          <a:xfrm>
            <a:off x="1399000" y="3779000"/>
            <a:ext cx="6881700" cy="774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Font typeface="Hanken Grotesk Light"/>
              <a:buNone/>
              <a:defRPr sz="4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7" name="Google Shape;47;p4"/>
          <p:cNvSpPr txBox="1"/>
          <p:nvPr>
            <p:ph idx="6" type="title"/>
          </p:nvPr>
        </p:nvSpPr>
        <p:spPr>
          <a:xfrm>
            <a:off x="1399000" y="858998"/>
            <a:ext cx="6881700" cy="781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Font typeface="Hanken Grotesk Light"/>
              <a:buNone/>
              <a:defRPr sz="4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8" name="Google Shape;48;p4"/>
          <p:cNvSpPr/>
          <p:nvPr/>
        </p:nvSpPr>
        <p:spPr>
          <a:xfrm>
            <a:off x="1399001" y="4559050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399026" y="3106187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399001" y="1640387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1" name="Google Shape;51;p4"/>
          <p:cNvSpPr txBox="1"/>
          <p:nvPr>
            <p:ph idx="7" type="title"/>
          </p:nvPr>
        </p:nvSpPr>
        <p:spPr>
          <a:xfrm>
            <a:off x="1552450" y="3144818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52" name="Google Shape;52;p4"/>
          <p:cNvSpPr txBox="1"/>
          <p:nvPr>
            <p:ph idx="8" type="title"/>
          </p:nvPr>
        </p:nvSpPr>
        <p:spPr>
          <a:xfrm>
            <a:off x="1552450" y="4601474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53" name="Google Shape;53;p4"/>
          <p:cNvSpPr txBox="1"/>
          <p:nvPr>
            <p:ph idx="9" type="title"/>
          </p:nvPr>
        </p:nvSpPr>
        <p:spPr>
          <a:xfrm>
            <a:off x="1552450" y="1678277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54" name="Google Shape;54;p4"/>
          <p:cNvSpPr/>
          <p:nvPr>
            <p:ph idx="13" type="pic"/>
          </p:nvPr>
        </p:nvSpPr>
        <p:spPr>
          <a:xfrm>
            <a:off x="325850" y="928525"/>
            <a:ext cx="930900" cy="930900"/>
          </a:xfrm>
          <a:prstGeom prst="roundRect">
            <a:avLst>
              <a:gd fmla="val 12343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5" name="Google Shape;55;p4"/>
          <p:cNvSpPr/>
          <p:nvPr>
            <p:ph idx="14" type="pic"/>
          </p:nvPr>
        </p:nvSpPr>
        <p:spPr>
          <a:xfrm>
            <a:off x="325850" y="2396325"/>
            <a:ext cx="930900" cy="930900"/>
          </a:xfrm>
          <a:prstGeom prst="roundRect">
            <a:avLst>
              <a:gd fmla="val 12343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6" name="Google Shape;56;p4"/>
          <p:cNvSpPr/>
          <p:nvPr>
            <p:ph idx="15" type="pic"/>
          </p:nvPr>
        </p:nvSpPr>
        <p:spPr>
          <a:xfrm>
            <a:off x="325850" y="3849175"/>
            <a:ext cx="930900" cy="930900"/>
          </a:xfrm>
          <a:prstGeom prst="roundRect">
            <a:avLst>
              <a:gd fmla="val 12343" name="adj"/>
            </a:avLst>
          </a:prstGeom>
          <a:solidFill>
            <a:schemeClr val="lt1"/>
          </a:solidFill>
          <a:ln>
            <a:noFill/>
          </a:ln>
        </p:spPr>
      </p:sp>
      <p:sp>
        <p:nvSpPr>
          <p:cNvPr id="57" name="Google Shape;57;p4"/>
          <p:cNvSpPr txBox="1"/>
          <p:nvPr>
            <p:ph idx="16" type="body"/>
          </p:nvPr>
        </p:nvSpPr>
        <p:spPr>
          <a:xfrm>
            <a:off x="3060150" y="1598250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8" name="Google Shape;58;p4"/>
          <p:cNvSpPr txBox="1"/>
          <p:nvPr>
            <p:ph idx="17" type="body"/>
          </p:nvPr>
        </p:nvSpPr>
        <p:spPr>
          <a:xfrm>
            <a:off x="3060150" y="3108200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9" name="Google Shape;59;p4"/>
          <p:cNvSpPr txBox="1"/>
          <p:nvPr>
            <p:ph idx="18" type="body"/>
          </p:nvPr>
        </p:nvSpPr>
        <p:spPr>
          <a:xfrm>
            <a:off x="3060150" y="4553025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Folder Orange 2">
  <p:cSld name="CUSTOM_1_2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2" name="Google Shape;62;p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4" name="Google Shape;64;p5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5" name="Google Shape;65;p5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66" name="Google Shape;66;p5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5"/>
          <p:cNvSpPr txBox="1"/>
          <p:nvPr>
            <p:ph idx="5" type="title"/>
          </p:nvPr>
        </p:nvSpPr>
        <p:spPr>
          <a:xfrm>
            <a:off x="1279000" y="2812875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" name="Google Shape;68;p5"/>
          <p:cNvSpPr txBox="1"/>
          <p:nvPr>
            <p:ph idx="6" type="title"/>
          </p:nvPr>
        </p:nvSpPr>
        <p:spPr>
          <a:xfrm>
            <a:off x="1279000" y="3854630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5"/>
          <p:cNvSpPr txBox="1"/>
          <p:nvPr>
            <p:ph idx="7" type="title"/>
          </p:nvPr>
        </p:nvSpPr>
        <p:spPr>
          <a:xfrm>
            <a:off x="4917850" y="1749478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0" name="Google Shape;70;p5"/>
          <p:cNvSpPr txBox="1"/>
          <p:nvPr>
            <p:ph idx="8" type="title"/>
          </p:nvPr>
        </p:nvSpPr>
        <p:spPr>
          <a:xfrm>
            <a:off x="4917850" y="3854630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1" name="Google Shape;71;p5"/>
          <p:cNvSpPr txBox="1"/>
          <p:nvPr>
            <p:ph idx="9" type="title"/>
          </p:nvPr>
        </p:nvSpPr>
        <p:spPr>
          <a:xfrm>
            <a:off x="4925175" y="2812875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5"/>
          <p:cNvSpPr/>
          <p:nvPr>
            <p:ph idx="13" type="pic"/>
          </p:nvPr>
        </p:nvSpPr>
        <p:spPr>
          <a:xfrm>
            <a:off x="4021150" y="16905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3" name="Google Shape;73;p5"/>
          <p:cNvSpPr/>
          <p:nvPr>
            <p:ph idx="14" type="pic"/>
          </p:nvPr>
        </p:nvSpPr>
        <p:spPr>
          <a:xfrm>
            <a:off x="4021150" y="27383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4" name="Google Shape;74;p5"/>
          <p:cNvSpPr/>
          <p:nvPr>
            <p:ph idx="15" type="pic"/>
          </p:nvPr>
        </p:nvSpPr>
        <p:spPr>
          <a:xfrm>
            <a:off x="4021150" y="3789600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5" name="Google Shape;75;p5"/>
          <p:cNvSpPr/>
          <p:nvPr>
            <p:ph idx="16" type="pic"/>
          </p:nvPr>
        </p:nvSpPr>
        <p:spPr>
          <a:xfrm>
            <a:off x="377300" y="16905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6" name="Google Shape;76;p5"/>
          <p:cNvSpPr/>
          <p:nvPr>
            <p:ph idx="17" type="pic"/>
          </p:nvPr>
        </p:nvSpPr>
        <p:spPr>
          <a:xfrm>
            <a:off x="377300" y="2738375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7" name="Google Shape;77;p5"/>
          <p:cNvSpPr/>
          <p:nvPr>
            <p:ph idx="18" type="pic"/>
          </p:nvPr>
        </p:nvSpPr>
        <p:spPr>
          <a:xfrm>
            <a:off x="377300" y="3789600"/>
            <a:ext cx="735600" cy="735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8" name="Google Shape;78;p5"/>
          <p:cNvSpPr txBox="1"/>
          <p:nvPr>
            <p:ph idx="19" type="title"/>
          </p:nvPr>
        </p:nvSpPr>
        <p:spPr>
          <a:xfrm>
            <a:off x="1279000" y="1749478"/>
            <a:ext cx="2242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9" name="Google Shape;79;p5"/>
          <p:cNvSpPr txBox="1"/>
          <p:nvPr>
            <p:ph idx="20" type="body"/>
          </p:nvPr>
        </p:nvSpPr>
        <p:spPr>
          <a:xfrm>
            <a:off x="1279000" y="210055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0" name="Google Shape;80;p5"/>
          <p:cNvSpPr txBox="1"/>
          <p:nvPr>
            <p:ph idx="21" type="body"/>
          </p:nvPr>
        </p:nvSpPr>
        <p:spPr>
          <a:xfrm>
            <a:off x="1279000" y="420580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1" name="Google Shape;81;p5"/>
          <p:cNvSpPr txBox="1"/>
          <p:nvPr>
            <p:ph idx="22" type="body"/>
          </p:nvPr>
        </p:nvSpPr>
        <p:spPr>
          <a:xfrm>
            <a:off x="1279000" y="3164025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2" name="Google Shape;82;p5"/>
          <p:cNvSpPr txBox="1"/>
          <p:nvPr>
            <p:ph idx="23" type="body"/>
          </p:nvPr>
        </p:nvSpPr>
        <p:spPr>
          <a:xfrm>
            <a:off x="4917850" y="210055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3" name="Google Shape;83;p5"/>
          <p:cNvSpPr txBox="1"/>
          <p:nvPr>
            <p:ph idx="24" type="body"/>
          </p:nvPr>
        </p:nvSpPr>
        <p:spPr>
          <a:xfrm>
            <a:off x="4917850" y="4205800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84" name="Google Shape;84;p5"/>
          <p:cNvSpPr txBox="1"/>
          <p:nvPr>
            <p:ph idx="25" type="body"/>
          </p:nvPr>
        </p:nvSpPr>
        <p:spPr>
          <a:xfrm>
            <a:off x="4917850" y="3164025"/>
            <a:ext cx="2242800" cy="262500"/>
          </a:xfrm>
          <a:prstGeom prst="rect">
            <a:avLst/>
          </a:prstGeom>
        </p:spPr>
        <p:txBody>
          <a:bodyPr anchorCtr="0" anchor="t" bIns="91425" lIns="91425" spcFirstLastPara="1" rIns="91425" wrap="square" tIns="36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Folder">
  <p:cSld name="BLANK_1_1_1_1">
    <p:bg>
      <p:bgPr>
        <a:solidFill>
          <a:schemeClr val="dk2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6"/>
          <p:cNvGrpSpPr/>
          <p:nvPr/>
        </p:nvGrpSpPr>
        <p:grpSpPr>
          <a:xfrm>
            <a:off x="228600" y="210088"/>
            <a:ext cx="8686800" cy="4676475"/>
            <a:chOff x="228600" y="210088"/>
            <a:chExt cx="8686800" cy="4676475"/>
          </a:xfrm>
        </p:grpSpPr>
        <p:sp>
          <p:nvSpPr>
            <p:cNvPr id="87" name="Google Shape;87;p6"/>
            <p:cNvSpPr/>
            <p:nvPr/>
          </p:nvSpPr>
          <p:spPr>
            <a:xfrm>
              <a:off x="228600" y="566563"/>
              <a:ext cx="8686800" cy="4320000"/>
            </a:xfrm>
            <a:prstGeom prst="roundRect">
              <a:avLst>
                <a:gd fmla="val 5406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">
                  <a:solidFill>
                    <a:schemeClr val="dk1"/>
                  </a:solidFill>
                  <a:latin typeface="Hanken Grotesk"/>
                  <a:ea typeface="Hanken Grotesk"/>
                  <a:cs typeface="Hanken Grotesk"/>
                  <a:sym typeface="Hanken Grotesk"/>
                </a:rPr>
                <a:t> </a:t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912237" y="210088"/>
              <a:ext cx="2245995" cy="360013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9" name="Google Shape;89;p6"/>
          <p:cNvSpPr txBox="1"/>
          <p:nvPr>
            <p:ph idx="1" type="subTitle"/>
          </p:nvPr>
        </p:nvSpPr>
        <p:spPr>
          <a:xfrm>
            <a:off x="1224650" y="210100"/>
            <a:ext cx="1676700" cy="3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0" name="Google Shape;90;p6"/>
          <p:cNvSpPr txBox="1"/>
          <p:nvPr>
            <p:ph idx="2" type="body"/>
          </p:nvPr>
        </p:nvSpPr>
        <p:spPr>
          <a:xfrm>
            <a:off x="593775" y="3900525"/>
            <a:ext cx="43467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1"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b="1"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b="1"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1"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b="1"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b="1"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1"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b="1"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b="1" sz="1200"/>
            </a:lvl9pPr>
          </a:lstStyle>
          <a:p/>
        </p:txBody>
      </p:sp>
      <p:sp>
        <p:nvSpPr>
          <p:cNvPr id="91" name="Google Shape;91;p6"/>
          <p:cNvSpPr txBox="1"/>
          <p:nvPr>
            <p:ph type="title"/>
          </p:nvPr>
        </p:nvSpPr>
        <p:spPr>
          <a:xfrm>
            <a:off x="593775" y="984700"/>
            <a:ext cx="7948200" cy="22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7_1_1_1_1_1_1_1_1_1_1_1_1_1_1_1_1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 txBox="1"/>
          <p:nvPr>
            <p:ph type="title"/>
          </p:nvPr>
        </p:nvSpPr>
        <p:spPr>
          <a:xfrm>
            <a:off x="-2450" y="4759975"/>
            <a:ext cx="9150600" cy="383400"/>
          </a:xfrm>
          <a:prstGeom prst="rect">
            <a:avLst/>
          </a:prstGeom>
        </p:spPr>
        <p:txBody>
          <a:bodyPr anchorCtr="0" anchor="ctr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14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Light"/>
              <a:buNone/>
              <a:defRPr sz="3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cxnSp>
        <p:nvCxnSpPr>
          <p:cNvPr id="94" name="Google Shape;94;p7"/>
          <p:cNvCxnSpPr/>
          <p:nvPr/>
        </p:nvCxnSpPr>
        <p:spPr>
          <a:xfrm rot="10800000">
            <a:off x="-2100" y="4759975"/>
            <a:ext cx="91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7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6" name="Google Shape;96;p7"/>
          <p:cNvSpPr txBox="1"/>
          <p:nvPr>
            <p:ph idx="2" type="title"/>
          </p:nvPr>
        </p:nvSpPr>
        <p:spPr>
          <a:xfrm>
            <a:off x="850" y="1078988"/>
            <a:ext cx="9144000" cy="3598800"/>
          </a:xfrm>
          <a:prstGeom prst="rect">
            <a:avLst/>
          </a:prstGeom>
        </p:spPr>
        <p:txBody>
          <a:bodyPr anchorCtr="0" anchor="t" bIns="108000" lIns="252000" spcFirstLastPara="1" rIns="252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97" name="Google Shape;97;p7"/>
          <p:cNvGrpSpPr/>
          <p:nvPr/>
        </p:nvGrpSpPr>
        <p:grpSpPr>
          <a:xfrm>
            <a:off x="1724267" y="547463"/>
            <a:ext cx="658200" cy="449397"/>
            <a:chOff x="2467317" y="547413"/>
            <a:chExt cx="658200" cy="449397"/>
          </a:xfrm>
        </p:grpSpPr>
        <p:sp>
          <p:nvSpPr>
            <p:cNvPr id="98" name="Google Shape;98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100" name="Google Shape;100;p7"/>
          <p:cNvGrpSpPr/>
          <p:nvPr/>
        </p:nvGrpSpPr>
        <p:grpSpPr>
          <a:xfrm>
            <a:off x="981142" y="547476"/>
            <a:ext cx="658200" cy="449397"/>
            <a:chOff x="2467317" y="547413"/>
            <a:chExt cx="658200" cy="449397"/>
          </a:xfrm>
        </p:grpSpPr>
        <p:sp>
          <p:nvSpPr>
            <p:cNvPr id="101" name="Google Shape;101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>
            <a:off x="2467317" y="547413"/>
            <a:ext cx="658200" cy="449397"/>
            <a:chOff x="2467317" y="547413"/>
            <a:chExt cx="658200" cy="449397"/>
          </a:xfrm>
        </p:grpSpPr>
        <p:sp>
          <p:nvSpPr>
            <p:cNvPr id="104" name="Google Shape;104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106" name="Google Shape;106;p7"/>
          <p:cNvGrpSpPr/>
          <p:nvPr/>
        </p:nvGrpSpPr>
        <p:grpSpPr>
          <a:xfrm>
            <a:off x="238017" y="549426"/>
            <a:ext cx="658200" cy="449397"/>
            <a:chOff x="2467317" y="547413"/>
            <a:chExt cx="658200" cy="449397"/>
          </a:xfrm>
        </p:grpSpPr>
        <p:sp>
          <p:nvSpPr>
            <p:cNvPr id="107" name="Google Shape;107;p7"/>
            <p:cNvSpPr/>
            <p:nvPr/>
          </p:nvSpPr>
          <p:spPr>
            <a:xfrm rot="5400000">
              <a:off x="2593167" y="464460"/>
              <a:ext cx="406500" cy="658200"/>
            </a:xfrm>
            <a:prstGeom prst="roundRect">
              <a:avLst>
                <a:gd fmla="val 5925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108" name="Google Shape;108;p7"/>
            <p:cNvSpPr/>
            <p:nvPr/>
          </p:nvSpPr>
          <p:spPr>
            <a:xfrm>
              <a:off x="2507750" y="547413"/>
              <a:ext cx="269319" cy="4322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Sections Grey">
  <p:cSld name="BLANK_1_1_1_1_1_1_1_1">
    <p:bg>
      <p:bgPr>
        <a:solidFill>
          <a:schemeClr val="dk2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/>
          <p:nvPr>
            <p:ph idx="1" type="body"/>
          </p:nvPr>
        </p:nvSpPr>
        <p:spPr>
          <a:xfrm>
            <a:off x="172350" y="1093875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11" name="Google Shape;111;p8"/>
          <p:cNvSpPr txBox="1"/>
          <p:nvPr>
            <p:ph idx="2" type="subTitle"/>
          </p:nvPr>
        </p:nvSpPr>
        <p:spPr>
          <a:xfrm>
            <a:off x="357425" y="2974373"/>
            <a:ext cx="2048400" cy="3906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8"/>
          <p:cNvSpPr txBox="1"/>
          <p:nvPr>
            <p:ph idx="3" type="subTitle"/>
          </p:nvPr>
        </p:nvSpPr>
        <p:spPr>
          <a:xfrm>
            <a:off x="357425" y="718250"/>
            <a:ext cx="2048400" cy="378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9pPr>
          </a:lstStyle>
          <a:p/>
        </p:txBody>
      </p:sp>
      <p:sp>
        <p:nvSpPr>
          <p:cNvPr id="113" name="Google Shape;113;p8"/>
          <p:cNvSpPr txBox="1"/>
          <p:nvPr>
            <p:ph idx="4" type="body"/>
          </p:nvPr>
        </p:nvSpPr>
        <p:spPr>
          <a:xfrm>
            <a:off x="172350" y="3362406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14" name="Google Shape;114;p8"/>
          <p:cNvSpPr txBox="1"/>
          <p:nvPr>
            <p:ph idx="5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15" name="Google Shape;115;p8"/>
          <p:cNvSpPr txBox="1"/>
          <p:nvPr>
            <p:ph idx="6" type="subTitle"/>
          </p:nvPr>
        </p:nvSpPr>
        <p:spPr>
          <a:xfrm>
            <a:off x="4814750" y="717075"/>
            <a:ext cx="2048400" cy="378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Neuton"/>
              <a:buNone/>
              <a:defRPr>
                <a:latin typeface="Neuton"/>
                <a:ea typeface="Neuton"/>
                <a:cs typeface="Neuton"/>
                <a:sym typeface="Neuton"/>
              </a:defRPr>
            </a:lvl9pPr>
          </a:lstStyle>
          <a:p/>
        </p:txBody>
      </p:sp>
      <p:sp>
        <p:nvSpPr>
          <p:cNvPr id="116" name="Google Shape;116;p8"/>
          <p:cNvSpPr txBox="1"/>
          <p:nvPr>
            <p:ph idx="7" type="body"/>
          </p:nvPr>
        </p:nvSpPr>
        <p:spPr>
          <a:xfrm>
            <a:off x="4629675" y="1092700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117" name="Google Shape;117;p8"/>
          <p:cNvSpPr txBox="1"/>
          <p:nvPr>
            <p:ph idx="8" type="subTitle"/>
          </p:nvPr>
        </p:nvSpPr>
        <p:spPr>
          <a:xfrm>
            <a:off x="4814750" y="3003375"/>
            <a:ext cx="2048400" cy="378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uton Light"/>
              <a:buNone/>
              <a:defRPr sz="22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8"/>
          <p:cNvSpPr txBox="1"/>
          <p:nvPr>
            <p:ph idx="9" type="body"/>
          </p:nvPr>
        </p:nvSpPr>
        <p:spPr>
          <a:xfrm>
            <a:off x="4629675" y="3379000"/>
            <a:ext cx="4341600" cy="12996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Data folders">
  <p:cSld name="CUSTOM_7_1_1_1_1_1_1_1_1_1_1_1_1_1_1_1_1_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"/>
          <p:cNvSpPr txBox="1"/>
          <p:nvPr>
            <p:ph type="title"/>
          </p:nvPr>
        </p:nvSpPr>
        <p:spPr>
          <a:xfrm>
            <a:off x="193900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1" name="Google Shape;121;p9"/>
          <p:cNvSpPr txBox="1"/>
          <p:nvPr>
            <p:ph idx="2" type="title"/>
          </p:nvPr>
        </p:nvSpPr>
        <p:spPr>
          <a:xfrm>
            <a:off x="193900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2" name="Google Shape;122;p9"/>
          <p:cNvSpPr txBox="1"/>
          <p:nvPr>
            <p:ph idx="3" type="title"/>
          </p:nvPr>
        </p:nvSpPr>
        <p:spPr>
          <a:xfrm>
            <a:off x="2391238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3" name="Google Shape;123;p9"/>
          <p:cNvSpPr txBox="1"/>
          <p:nvPr>
            <p:ph idx="4" type="title"/>
          </p:nvPr>
        </p:nvSpPr>
        <p:spPr>
          <a:xfrm>
            <a:off x="2391238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4" name="Google Shape;124;p9"/>
          <p:cNvSpPr txBox="1"/>
          <p:nvPr>
            <p:ph idx="5" type="title"/>
          </p:nvPr>
        </p:nvSpPr>
        <p:spPr>
          <a:xfrm>
            <a:off x="4590375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5" name="Google Shape;125;p9"/>
          <p:cNvSpPr txBox="1"/>
          <p:nvPr>
            <p:ph idx="6" type="title"/>
          </p:nvPr>
        </p:nvSpPr>
        <p:spPr>
          <a:xfrm>
            <a:off x="4590375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7" type="title"/>
          </p:nvPr>
        </p:nvSpPr>
        <p:spPr>
          <a:xfrm>
            <a:off x="6788925" y="1429900"/>
            <a:ext cx="2156700" cy="2670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27" name="Google Shape;127;p9"/>
          <p:cNvSpPr txBox="1"/>
          <p:nvPr>
            <p:ph idx="8" type="title"/>
          </p:nvPr>
        </p:nvSpPr>
        <p:spPr>
          <a:xfrm>
            <a:off x="6788925" y="1769325"/>
            <a:ext cx="2156700" cy="267000"/>
          </a:xfrm>
          <a:prstGeom prst="rect">
            <a:avLst/>
          </a:prstGeom>
        </p:spPr>
        <p:txBody>
          <a:bodyPr anchorCtr="0" anchor="t" bIns="90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29" name="Google Shape;129;p9"/>
          <p:cNvSpPr txBox="1"/>
          <p:nvPr>
            <p:ph idx="9" type="body"/>
          </p:nvPr>
        </p:nvSpPr>
        <p:spPr>
          <a:xfrm>
            <a:off x="1929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0" name="Google Shape;130;p9"/>
          <p:cNvSpPr txBox="1"/>
          <p:nvPr>
            <p:ph idx="13" type="body"/>
          </p:nvPr>
        </p:nvSpPr>
        <p:spPr>
          <a:xfrm>
            <a:off x="23912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1" name="Google Shape;131;p9"/>
          <p:cNvSpPr txBox="1"/>
          <p:nvPr>
            <p:ph idx="14" type="body"/>
          </p:nvPr>
        </p:nvSpPr>
        <p:spPr>
          <a:xfrm>
            <a:off x="45906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5" type="body"/>
          </p:nvPr>
        </p:nvSpPr>
        <p:spPr>
          <a:xfrm>
            <a:off x="6788900" y="2164400"/>
            <a:ext cx="2156700" cy="1830300"/>
          </a:xfrm>
          <a:prstGeom prst="rect">
            <a:avLst/>
          </a:prstGeom>
        </p:spPr>
        <p:txBody>
          <a:bodyPr anchorCtr="0" anchor="t" bIns="0" lIns="108000" spcFirstLastPara="1" rIns="10800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Data Folders">
  <p:cSld name="CUSTOM_7_1_1_1_1_1_1_1_1_1_1_1_1_1_1_1_1_4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0"/>
          <p:cNvSpPr txBox="1"/>
          <p:nvPr>
            <p:ph type="title"/>
          </p:nvPr>
        </p:nvSpPr>
        <p:spPr>
          <a:xfrm>
            <a:off x="193900" y="795678"/>
            <a:ext cx="2856900" cy="267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35" name="Google Shape;135;p10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36" name="Google Shape;136;p10"/>
          <p:cNvSpPr txBox="1"/>
          <p:nvPr>
            <p:ph idx="2" type="title"/>
          </p:nvPr>
        </p:nvSpPr>
        <p:spPr>
          <a:xfrm>
            <a:off x="3141175" y="795678"/>
            <a:ext cx="2856900" cy="267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37" name="Google Shape;137;p10"/>
          <p:cNvSpPr txBox="1"/>
          <p:nvPr>
            <p:ph idx="3" type="title"/>
          </p:nvPr>
        </p:nvSpPr>
        <p:spPr>
          <a:xfrm>
            <a:off x="6088450" y="795678"/>
            <a:ext cx="2856900" cy="267000"/>
          </a:xfrm>
          <a:prstGeom prst="rect">
            <a:avLst/>
          </a:prstGeom>
        </p:spPr>
        <p:txBody>
          <a:bodyPr anchorCtr="0" anchor="t" bIns="0" lIns="180000" spcFirstLastPara="1" rIns="18000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9pPr>
          </a:lstStyle>
          <a:p/>
        </p:txBody>
      </p:sp>
      <p:sp>
        <p:nvSpPr>
          <p:cNvPr id="138" name="Google Shape;138;p10"/>
          <p:cNvSpPr txBox="1"/>
          <p:nvPr>
            <p:ph idx="4" type="body"/>
          </p:nvPr>
        </p:nvSpPr>
        <p:spPr>
          <a:xfrm>
            <a:off x="194075" y="1414925"/>
            <a:ext cx="2856900" cy="3548700"/>
          </a:xfrm>
          <a:prstGeom prst="rect">
            <a:avLst/>
          </a:prstGeom>
        </p:spPr>
        <p:txBody>
          <a:bodyPr anchorCtr="0" anchor="t" bIns="180000" lIns="180000" spcFirstLastPara="1" rIns="180000" wrap="square" tIns="27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39" name="Google Shape;139;p10"/>
          <p:cNvSpPr txBox="1"/>
          <p:nvPr>
            <p:ph idx="5" type="body"/>
          </p:nvPr>
        </p:nvSpPr>
        <p:spPr>
          <a:xfrm>
            <a:off x="3140525" y="1414925"/>
            <a:ext cx="2856900" cy="3548700"/>
          </a:xfrm>
          <a:prstGeom prst="rect">
            <a:avLst/>
          </a:prstGeom>
        </p:spPr>
        <p:txBody>
          <a:bodyPr anchorCtr="0" anchor="t" bIns="180000" lIns="180000" spcFirstLastPara="1" rIns="180000" wrap="square" tIns="27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40" name="Google Shape;140;p10"/>
          <p:cNvSpPr txBox="1"/>
          <p:nvPr>
            <p:ph idx="6" type="body"/>
          </p:nvPr>
        </p:nvSpPr>
        <p:spPr>
          <a:xfrm>
            <a:off x="6086975" y="1414925"/>
            <a:ext cx="2856900" cy="3548700"/>
          </a:xfrm>
          <a:prstGeom prst="rect">
            <a:avLst/>
          </a:prstGeom>
        </p:spPr>
        <p:txBody>
          <a:bodyPr anchorCtr="0" anchor="t" bIns="180000" lIns="180000" spcFirstLastPara="1" rIns="180000" wrap="square" tIns="27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7_1_1_1_1_1_1_1_1_1_1_1_1_1_1_1_1_5_2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1"/>
          <p:cNvSpPr txBox="1"/>
          <p:nvPr>
            <p:ph type="title"/>
          </p:nvPr>
        </p:nvSpPr>
        <p:spPr>
          <a:xfrm>
            <a:off x="22600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43" name="Google Shape;143;p11"/>
          <p:cNvSpPr txBox="1"/>
          <p:nvPr>
            <p:ph idx="2" type="title"/>
          </p:nvPr>
        </p:nvSpPr>
        <p:spPr>
          <a:xfrm>
            <a:off x="3325125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44" name="Google Shape;144;p11"/>
          <p:cNvSpPr txBox="1"/>
          <p:nvPr>
            <p:ph idx="3" type="title"/>
          </p:nvPr>
        </p:nvSpPr>
        <p:spPr>
          <a:xfrm>
            <a:off x="227250" y="1277200"/>
            <a:ext cx="22827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5" name="Google Shape;145;p11"/>
          <p:cNvSpPr txBox="1"/>
          <p:nvPr>
            <p:ph idx="4" type="title"/>
          </p:nvPr>
        </p:nvSpPr>
        <p:spPr>
          <a:xfrm>
            <a:off x="3324478" y="1277200"/>
            <a:ext cx="22809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6" name="Google Shape;146;p11"/>
          <p:cNvSpPr txBox="1"/>
          <p:nvPr>
            <p:ph idx="5" type="title"/>
          </p:nvPr>
        </p:nvSpPr>
        <p:spPr>
          <a:xfrm>
            <a:off x="6421152" y="1277200"/>
            <a:ext cx="22791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7" name="Google Shape;147;p11"/>
          <p:cNvSpPr txBox="1"/>
          <p:nvPr>
            <p:ph idx="6" type="title"/>
          </p:nvPr>
        </p:nvSpPr>
        <p:spPr>
          <a:xfrm>
            <a:off x="6421925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48" name="Google Shape;148;p11"/>
          <p:cNvSpPr txBox="1"/>
          <p:nvPr>
            <p:ph idx="7" type="title"/>
          </p:nvPr>
        </p:nvSpPr>
        <p:spPr>
          <a:xfrm>
            <a:off x="226431" y="2709100"/>
            <a:ext cx="22827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49" name="Google Shape;149;p11"/>
          <p:cNvSpPr txBox="1"/>
          <p:nvPr>
            <p:ph idx="8" type="title"/>
          </p:nvPr>
        </p:nvSpPr>
        <p:spPr>
          <a:xfrm>
            <a:off x="6419945" y="2709108"/>
            <a:ext cx="22791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0" name="Google Shape;150;p11"/>
          <p:cNvSpPr txBox="1"/>
          <p:nvPr>
            <p:ph idx="9" type="title"/>
          </p:nvPr>
        </p:nvSpPr>
        <p:spPr>
          <a:xfrm>
            <a:off x="226000" y="3996225"/>
            <a:ext cx="22827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1" name="Google Shape;151;p11"/>
          <p:cNvSpPr txBox="1"/>
          <p:nvPr>
            <p:ph idx="13" type="title"/>
          </p:nvPr>
        </p:nvSpPr>
        <p:spPr>
          <a:xfrm>
            <a:off x="3322675" y="3996228"/>
            <a:ext cx="22809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2" name="Google Shape;152;p11"/>
          <p:cNvSpPr txBox="1"/>
          <p:nvPr>
            <p:ph idx="14" type="title"/>
          </p:nvPr>
        </p:nvSpPr>
        <p:spPr>
          <a:xfrm>
            <a:off x="6419350" y="3996228"/>
            <a:ext cx="22791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3" name="Google Shape;153;p11"/>
          <p:cNvSpPr txBox="1"/>
          <p:nvPr>
            <p:ph idx="15" type="title"/>
          </p:nvPr>
        </p:nvSpPr>
        <p:spPr>
          <a:xfrm>
            <a:off x="587225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4" name="Google Shape;154;p11"/>
          <p:cNvSpPr txBox="1"/>
          <p:nvPr>
            <p:ph idx="16" type="title"/>
          </p:nvPr>
        </p:nvSpPr>
        <p:spPr>
          <a:xfrm>
            <a:off x="3684488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5" name="Google Shape;155;p11"/>
          <p:cNvSpPr txBox="1"/>
          <p:nvPr>
            <p:ph idx="17" type="title"/>
          </p:nvPr>
        </p:nvSpPr>
        <p:spPr>
          <a:xfrm>
            <a:off x="6781463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56" name="Google Shape;156;p11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57" name="Google Shape;157;p11"/>
          <p:cNvSpPr txBox="1"/>
          <p:nvPr>
            <p:ph idx="18" type="body"/>
          </p:nvPr>
        </p:nvSpPr>
        <p:spPr>
          <a:xfrm>
            <a:off x="226150" y="4230400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58" name="Google Shape;158;p11"/>
          <p:cNvSpPr txBox="1"/>
          <p:nvPr>
            <p:ph idx="19" type="body"/>
          </p:nvPr>
        </p:nvSpPr>
        <p:spPr>
          <a:xfrm>
            <a:off x="3321928" y="423040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59" name="Google Shape;159;p11"/>
          <p:cNvSpPr txBox="1"/>
          <p:nvPr>
            <p:ph idx="20" type="body"/>
          </p:nvPr>
        </p:nvSpPr>
        <p:spPr>
          <a:xfrm>
            <a:off x="6417703" y="423040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0" name="Google Shape;160;p11"/>
          <p:cNvSpPr txBox="1"/>
          <p:nvPr>
            <p:ph idx="21" type="title"/>
          </p:nvPr>
        </p:nvSpPr>
        <p:spPr>
          <a:xfrm>
            <a:off x="3323270" y="2709108"/>
            <a:ext cx="2280900" cy="651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61" name="Google Shape;161;p11"/>
          <p:cNvSpPr txBox="1"/>
          <p:nvPr>
            <p:ph idx="22" type="body"/>
          </p:nvPr>
        </p:nvSpPr>
        <p:spPr>
          <a:xfrm>
            <a:off x="226150" y="2943275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2" name="Google Shape;162;p11"/>
          <p:cNvSpPr txBox="1"/>
          <p:nvPr>
            <p:ph idx="23" type="body"/>
          </p:nvPr>
        </p:nvSpPr>
        <p:spPr>
          <a:xfrm>
            <a:off x="3321928" y="294328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3" name="Google Shape;163;p11"/>
          <p:cNvSpPr txBox="1"/>
          <p:nvPr>
            <p:ph idx="24" type="body"/>
          </p:nvPr>
        </p:nvSpPr>
        <p:spPr>
          <a:xfrm>
            <a:off x="6417703" y="2943282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4" name="Google Shape;164;p11"/>
          <p:cNvSpPr txBox="1"/>
          <p:nvPr>
            <p:ph idx="25" type="body"/>
          </p:nvPr>
        </p:nvSpPr>
        <p:spPr>
          <a:xfrm>
            <a:off x="226150" y="1511375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5" name="Google Shape;165;p11"/>
          <p:cNvSpPr txBox="1"/>
          <p:nvPr>
            <p:ph idx="26" type="body"/>
          </p:nvPr>
        </p:nvSpPr>
        <p:spPr>
          <a:xfrm>
            <a:off x="3321928" y="1511374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66" name="Google Shape;166;p11"/>
          <p:cNvSpPr txBox="1"/>
          <p:nvPr>
            <p:ph idx="27" type="body"/>
          </p:nvPr>
        </p:nvSpPr>
        <p:spPr>
          <a:xfrm>
            <a:off x="6417703" y="1511374"/>
            <a:ext cx="2282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image ">
  <p:cSld name="CUSTOM_7_1_1_1_1_1_1_1_1_1_1_1_1_1_1_1_1_5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2"/>
          <p:cNvSpPr txBox="1"/>
          <p:nvPr>
            <p:ph type="title"/>
          </p:nvPr>
        </p:nvSpPr>
        <p:spPr>
          <a:xfrm>
            <a:off x="2005725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69" name="Google Shape;169;p12"/>
          <p:cNvSpPr txBox="1"/>
          <p:nvPr>
            <p:ph idx="2" type="title"/>
          </p:nvPr>
        </p:nvSpPr>
        <p:spPr>
          <a:xfrm>
            <a:off x="378325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0" name="Google Shape;170;p12"/>
          <p:cNvSpPr txBox="1"/>
          <p:nvPr>
            <p:ph idx="3" type="title"/>
          </p:nvPr>
        </p:nvSpPr>
        <p:spPr>
          <a:xfrm>
            <a:off x="556050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1" name="Google Shape;171;p12"/>
          <p:cNvSpPr txBox="1"/>
          <p:nvPr>
            <p:ph idx="4" type="title"/>
          </p:nvPr>
        </p:nvSpPr>
        <p:spPr>
          <a:xfrm>
            <a:off x="733775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2" name="Google Shape;172;p12"/>
          <p:cNvSpPr txBox="1"/>
          <p:nvPr>
            <p:ph idx="5" type="title"/>
          </p:nvPr>
        </p:nvSpPr>
        <p:spPr>
          <a:xfrm>
            <a:off x="226000" y="562150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173" name="Google Shape;173;p12"/>
          <p:cNvSpPr txBox="1"/>
          <p:nvPr>
            <p:ph idx="6" type="title"/>
          </p:nvPr>
        </p:nvSpPr>
        <p:spPr>
          <a:xfrm>
            <a:off x="227250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4" name="Google Shape;174;p12"/>
          <p:cNvSpPr txBox="1"/>
          <p:nvPr>
            <p:ph idx="7" type="title"/>
          </p:nvPr>
        </p:nvSpPr>
        <p:spPr>
          <a:xfrm>
            <a:off x="2004525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5" name="Google Shape;175;p12"/>
          <p:cNvSpPr txBox="1"/>
          <p:nvPr>
            <p:ph idx="8" type="title"/>
          </p:nvPr>
        </p:nvSpPr>
        <p:spPr>
          <a:xfrm>
            <a:off x="3781925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9" type="title"/>
          </p:nvPr>
        </p:nvSpPr>
        <p:spPr>
          <a:xfrm>
            <a:off x="5559300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13" type="title"/>
          </p:nvPr>
        </p:nvSpPr>
        <p:spPr>
          <a:xfrm>
            <a:off x="7337425" y="1277192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14" type="title"/>
          </p:nvPr>
        </p:nvSpPr>
        <p:spPr>
          <a:xfrm>
            <a:off x="226425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idx="15" type="title"/>
          </p:nvPr>
        </p:nvSpPr>
        <p:spPr>
          <a:xfrm>
            <a:off x="2003700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0" name="Google Shape;180;p12"/>
          <p:cNvSpPr txBox="1"/>
          <p:nvPr>
            <p:ph idx="16" type="title"/>
          </p:nvPr>
        </p:nvSpPr>
        <p:spPr>
          <a:xfrm>
            <a:off x="3781100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1" name="Google Shape;181;p12"/>
          <p:cNvSpPr txBox="1"/>
          <p:nvPr>
            <p:ph idx="17" type="title"/>
          </p:nvPr>
        </p:nvSpPr>
        <p:spPr>
          <a:xfrm>
            <a:off x="5558475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2" name="Google Shape;182;p12"/>
          <p:cNvSpPr txBox="1"/>
          <p:nvPr>
            <p:ph idx="18" type="title"/>
          </p:nvPr>
        </p:nvSpPr>
        <p:spPr>
          <a:xfrm>
            <a:off x="7336600" y="2709100"/>
            <a:ext cx="1581000" cy="23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3" name="Google Shape;183;p12"/>
          <p:cNvSpPr txBox="1"/>
          <p:nvPr>
            <p:ph idx="19" type="title"/>
          </p:nvPr>
        </p:nvSpPr>
        <p:spPr>
          <a:xfrm>
            <a:off x="587225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4" name="Google Shape;184;p12"/>
          <p:cNvSpPr txBox="1"/>
          <p:nvPr>
            <p:ph idx="20" type="title"/>
          </p:nvPr>
        </p:nvSpPr>
        <p:spPr>
          <a:xfrm>
            <a:off x="2365088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5" name="Google Shape;185;p12"/>
          <p:cNvSpPr txBox="1"/>
          <p:nvPr>
            <p:ph idx="21" type="title"/>
          </p:nvPr>
        </p:nvSpPr>
        <p:spPr>
          <a:xfrm>
            <a:off x="4142788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6" name="Google Shape;186;p12"/>
          <p:cNvSpPr txBox="1"/>
          <p:nvPr>
            <p:ph idx="22" type="title"/>
          </p:nvPr>
        </p:nvSpPr>
        <p:spPr>
          <a:xfrm>
            <a:off x="5921000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7" name="Google Shape;187;p12"/>
          <p:cNvSpPr txBox="1"/>
          <p:nvPr>
            <p:ph idx="23" type="title"/>
          </p:nvPr>
        </p:nvSpPr>
        <p:spPr>
          <a:xfrm>
            <a:off x="7699213" y="562150"/>
            <a:ext cx="1219200" cy="505800"/>
          </a:xfrm>
          <a:prstGeom prst="rect">
            <a:avLst/>
          </a:prstGeom>
        </p:spPr>
        <p:txBody>
          <a:bodyPr anchorCtr="0" anchor="t" bIns="0" lIns="108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2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188" name="Google Shape;188;p12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9" name="Google Shape;189;p12"/>
          <p:cNvSpPr/>
          <p:nvPr>
            <p:ph idx="24" type="pic"/>
          </p:nvPr>
        </p:nvSpPr>
        <p:spPr>
          <a:xfrm>
            <a:off x="229025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0" name="Google Shape;190;p12"/>
          <p:cNvSpPr/>
          <p:nvPr>
            <p:ph idx="25" type="pic"/>
          </p:nvPr>
        </p:nvSpPr>
        <p:spPr>
          <a:xfrm>
            <a:off x="2005675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1" name="Google Shape;191;p12"/>
          <p:cNvSpPr/>
          <p:nvPr>
            <p:ph idx="26" type="pic"/>
          </p:nvPr>
        </p:nvSpPr>
        <p:spPr>
          <a:xfrm>
            <a:off x="3784263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2" name="Google Shape;192;p12"/>
          <p:cNvSpPr/>
          <p:nvPr>
            <p:ph idx="27" type="pic"/>
          </p:nvPr>
        </p:nvSpPr>
        <p:spPr>
          <a:xfrm>
            <a:off x="5560913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3" name="Google Shape;193;p12"/>
          <p:cNvSpPr/>
          <p:nvPr>
            <p:ph idx="28" type="pic"/>
          </p:nvPr>
        </p:nvSpPr>
        <p:spPr>
          <a:xfrm>
            <a:off x="7337563" y="3718641"/>
            <a:ext cx="1580400" cy="1249200"/>
          </a:xfrm>
          <a:prstGeom prst="roundRect">
            <a:avLst>
              <a:gd fmla="val 10359" name="adj"/>
            </a:avLst>
          </a:prstGeom>
          <a:noFill/>
          <a:ln>
            <a:noFill/>
          </a:ln>
        </p:spPr>
      </p:sp>
      <p:sp>
        <p:nvSpPr>
          <p:cNvPr id="194" name="Google Shape;194;p12"/>
          <p:cNvSpPr txBox="1"/>
          <p:nvPr>
            <p:ph idx="29" type="body"/>
          </p:nvPr>
        </p:nvSpPr>
        <p:spPr>
          <a:xfrm>
            <a:off x="7337076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5" name="Google Shape;195;p12"/>
          <p:cNvSpPr txBox="1"/>
          <p:nvPr>
            <p:ph idx="30" type="body"/>
          </p:nvPr>
        </p:nvSpPr>
        <p:spPr>
          <a:xfrm>
            <a:off x="5559688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6" name="Google Shape;196;p12"/>
          <p:cNvSpPr txBox="1"/>
          <p:nvPr>
            <p:ph idx="31" type="body"/>
          </p:nvPr>
        </p:nvSpPr>
        <p:spPr>
          <a:xfrm>
            <a:off x="3782188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7" name="Google Shape;197;p12"/>
          <p:cNvSpPr txBox="1"/>
          <p:nvPr>
            <p:ph idx="32" type="body"/>
          </p:nvPr>
        </p:nvSpPr>
        <p:spPr>
          <a:xfrm>
            <a:off x="2005163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8" name="Google Shape;198;p12"/>
          <p:cNvSpPr txBox="1"/>
          <p:nvPr>
            <p:ph idx="33" type="body"/>
          </p:nvPr>
        </p:nvSpPr>
        <p:spPr>
          <a:xfrm>
            <a:off x="226738" y="2943275"/>
            <a:ext cx="1580400" cy="651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199" name="Google Shape;199;p12"/>
          <p:cNvSpPr txBox="1"/>
          <p:nvPr>
            <p:ph idx="34" type="body"/>
          </p:nvPr>
        </p:nvSpPr>
        <p:spPr>
          <a:xfrm>
            <a:off x="7339448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0" name="Google Shape;200;p12"/>
          <p:cNvSpPr txBox="1"/>
          <p:nvPr>
            <p:ph idx="35" type="body"/>
          </p:nvPr>
        </p:nvSpPr>
        <p:spPr>
          <a:xfrm>
            <a:off x="5562058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1" name="Google Shape;201;p12"/>
          <p:cNvSpPr txBox="1"/>
          <p:nvPr>
            <p:ph idx="36" type="body"/>
          </p:nvPr>
        </p:nvSpPr>
        <p:spPr>
          <a:xfrm>
            <a:off x="3784555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2" name="Google Shape;202;p12"/>
          <p:cNvSpPr txBox="1"/>
          <p:nvPr>
            <p:ph idx="37" type="body"/>
          </p:nvPr>
        </p:nvSpPr>
        <p:spPr>
          <a:xfrm>
            <a:off x="2007528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03" name="Google Shape;203;p12"/>
          <p:cNvSpPr txBox="1"/>
          <p:nvPr>
            <p:ph idx="38" type="body"/>
          </p:nvPr>
        </p:nvSpPr>
        <p:spPr>
          <a:xfrm>
            <a:off x="229100" y="1511381"/>
            <a:ext cx="1580400" cy="971100"/>
          </a:xfrm>
          <a:prstGeom prst="rect">
            <a:avLst/>
          </a:prstGeom>
        </p:spPr>
        <p:txBody>
          <a:bodyPr anchorCtr="0" anchor="t" bIns="5400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">
  <p:cSld name="CUSTOM_1_1_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206" name="Google Shape;206;p13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07" name="Google Shape;207;p13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08" name="Google Shape;208;p13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09" name="Google Shape;209;p13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10" name="Google Shape;210;p13"/>
          <p:cNvSpPr txBox="1"/>
          <p:nvPr>
            <p:ph idx="5" type="title"/>
          </p:nvPr>
        </p:nvSpPr>
        <p:spPr>
          <a:xfrm>
            <a:off x="596525" y="753313"/>
            <a:ext cx="7062000" cy="6159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1" name="Google Shape;211;p13"/>
          <p:cNvSpPr txBox="1"/>
          <p:nvPr>
            <p:ph idx="1" type="subTitle"/>
          </p:nvPr>
        </p:nvSpPr>
        <p:spPr>
          <a:xfrm>
            <a:off x="1950863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13"/>
          <p:cNvSpPr txBox="1"/>
          <p:nvPr>
            <p:ph idx="6" type="subTitle"/>
          </p:nvPr>
        </p:nvSpPr>
        <p:spPr>
          <a:xfrm>
            <a:off x="3726825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13"/>
          <p:cNvSpPr txBox="1"/>
          <p:nvPr>
            <p:ph idx="7" type="subTitle"/>
          </p:nvPr>
        </p:nvSpPr>
        <p:spPr>
          <a:xfrm>
            <a:off x="5503900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13"/>
          <p:cNvSpPr txBox="1"/>
          <p:nvPr>
            <p:ph idx="8" type="subTitle"/>
          </p:nvPr>
        </p:nvSpPr>
        <p:spPr>
          <a:xfrm>
            <a:off x="7282625" y="1724120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13"/>
          <p:cNvSpPr txBox="1"/>
          <p:nvPr>
            <p:ph idx="9" type="subTitle"/>
          </p:nvPr>
        </p:nvSpPr>
        <p:spPr>
          <a:xfrm>
            <a:off x="337750" y="420722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6" name="Google Shape;216;p13"/>
          <p:cNvSpPr txBox="1"/>
          <p:nvPr>
            <p:ph idx="13" type="subTitle"/>
          </p:nvPr>
        </p:nvSpPr>
        <p:spPr>
          <a:xfrm>
            <a:off x="337750" y="37373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7" name="Google Shape;217;p13"/>
          <p:cNvSpPr txBox="1"/>
          <p:nvPr>
            <p:ph idx="14" type="subTitle"/>
          </p:nvPr>
        </p:nvSpPr>
        <p:spPr>
          <a:xfrm>
            <a:off x="337750" y="32477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8" name="Google Shape;218;p13"/>
          <p:cNvSpPr txBox="1"/>
          <p:nvPr>
            <p:ph idx="15" type="subTitle"/>
          </p:nvPr>
        </p:nvSpPr>
        <p:spPr>
          <a:xfrm>
            <a:off x="337750" y="27581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19" name="Google Shape;219;p13"/>
          <p:cNvSpPr txBox="1"/>
          <p:nvPr>
            <p:ph idx="16" type="subTitle"/>
          </p:nvPr>
        </p:nvSpPr>
        <p:spPr>
          <a:xfrm>
            <a:off x="337750" y="22685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220" name="Google Shape;220;p13"/>
          <p:cNvSpPr txBox="1"/>
          <p:nvPr>
            <p:ph idx="17" type="body"/>
          </p:nvPr>
        </p:nvSpPr>
        <p:spPr>
          <a:xfrm>
            <a:off x="72790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1" name="Google Shape;221;p13"/>
          <p:cNvSpPr txBox="1"/>
          <p:nvPr>
            <p:ph idx="18" type="body"/>
          </p:nvPr>
        </p:nvSpPr>
        <p:spPr>
          <a:xfrm>
            <a:off x="72790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2" name="Google Shape;222;p13"/>
          <p:cNvSpPr txBox="1"/>
          <p:nvPr>
            <p:ph idx="19" type="body"/>
          </p:nvPr>
        </p:nvSpPr>
        <p:spPr>
          <a:xfrm>
            <a:off x="72790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3" name="Google Shape;223;p13"/>
          <p:cNvSpPr txBox="1"/>
          <p:nvPr>
            <p:ph idx="20" type="body"/>
          </p:nvPr>
        </p:nvSpPr>
        <p:spPr>
          <a:xfrm>
            <a:off x="72790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4" name="Google Shape;224;p13"/>
          <p:cNvSpPr txBox="1"/>
          <p:nvPr>
            <p:ph idx="21" type="body"/>
          </p:nvPr>
        </p:nvSpPr>
        <p:spPr>
          <a:xfrm>
            <a:off x="72790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5" name="Google Shape;225;p13"/>
          <p:cNvSpPr txBox="1"/>
          <p:nvPr>
            <p:ph idx="22" type="body"/>
          </p:nvPr>
        </p:nvSpPr>
        <p:spPr>
          <a:xfrm>
            <a:off x="55039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6" name="Google Shape;226;p13"/>
          <p:cNvSpPr txBox="1"/>
          <p:nvPr>
            <p:ph idx="23" type="body"/>
          </p:nvPr>
        </p:nvSpPr>
        <p:spPr>
          <a:xfrm>
            <a:off x="55039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7" name="Google Shape;227;p13"/>
          <p:cNvSpPr txBox="1"/>
          <p:nvPr>
            <p:ph idx="24" type="body"/>
          </p:nvPr>
        </p:nvSpPr>
        <p:spPr>
          <a:xfrm>
            <a:off x="55039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8" name="Google Shape;228;p13"/>
          <p:cNvSpPr txBox="1"/>
          <p:nvPr>
            <p:ph idx="25" type="body"/>
          </p:nvPr>
        </p:nvSpPr>
        <p:spPr>
          <a:xfrm>
            <a:off x="55039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29" name="Google Shape;229;p13"/>
          <p:cNvSpPr txBox="1"/>
          <p:nvPr>
            <p:ph idx="26" type="body"/>
          </p:nvPr>
        </p:nvSpPr>
        <p:spPr>
          <a:xfrm>
            <a:off x="55039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0" name="Google Shape;230;p13"/>
          <p:cNvSpPr txBox="1"/>
          <p:nvPr>
            <p:ph idx="27" type="body"/>
          </p:nvPr>
        </p:nvSpPr>
        <p:spPr>
          <a:xfrm>
            <a:off x="3722638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1" name="Google Shape;231;p13"/>
          <p:cNvSpPr txBox="1"/>
          <p:nvPr>
            <p:ph idx="28" type="body"/>
          </p:nvPr>
        </p:nvSpPr>
        <p:spPr>
          <a:xfrm>
            <a:off x="3722638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2" name="Google Shape;232;p13"/>
          <p:cNvSpPr txBox="1"/>
          <p:nvPr>
            <p:ph idx="29" type="body"/>
          </p:nvPr>
        </p:nvSpPr>
        <p:spPr>
          <a:xfrm>
            <a:off x="3722638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3" name="Google Shape;233;p13"/>
          <p:cNvSpPr txBox="1"/>
          <p:nvPr>
            <p:ph idx="30" type="body"/>
          </p:nvPr>
        </p:nvSpPr>
        <p:spPr>
          <a:xfrm>
            <a:off x="3722638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4" name="Google Shape;234;p13"/>
          <p:cNvSpPr txBox="1"/>
          <p:nvPr>
            <p:ph idx="31" type="body"/>
          </p:nvPr>
        </p:nvSpPr>
        <p:spPr>
          <a:xfrm>
            <a:off x="3722638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5" name="Google Shape;235;p13"/>
          <p:cNvSpPr txBox="1"/>
          <p:nvPr>
            <p:ph idx="32" type="body"/>
          </p:nvPr>
        </p:nvSpPr>
        <p:spPr>
          <a:xfrm>
            <a:off x="1941375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6" name="Google Shape;236;p13"/>
          <p:cNvSpPr txBox="1"/>
          <p:nvPr>
            <p:ph idx="33" type="body"/>
          </p:nvPr>
        </p:nvSpPr>
        <p:spPr>
          <a:xfrm>
            <a:off x="1941375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7" name="Google Shape;237;p13"/>
          <p:cNvSpPr txBox="1"/>
          <p:nvPr>
            <p:ph idx="34" type="body"/>
          </p:nvPr>
        </p:nvSpPr>
        <p:spPr>
          <a:xfrm>
            <a:off x="1941375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8" name="Google Shape;238;p13"/>
          <p:cNvSpPr txBox="1"/>
          <p:nvPr>
            <p:ph idx="35" type="body"/>
          </p:nvPr>
        </p:nvSpPr>
        <p:spPr>
          <a:xfrm>
            <a:off x="1941375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39" name="Google Shape;239;p13"/>
          <p:cNvSpPr txBox="1"/>
          <p:nvPr>
            <p:ph idx="36" type="body"/>
          </p:nvPr>
        </p:nvSpPr>
        <p:spPr>
          <a:xfrm>
            <a:off x="1941375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 2">
  <p:cSld name="CUSTOM_1_1_1_3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4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242" name="Google Shape;242;p14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3" name="Google Shape;243;p14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4" name="Google Shape;244;p14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5" name="Google Shape;245;p14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46" name="Google Shape;246;p14"/>
          <p:cNvSpPr txBox="1"/>
          <p:nvPr>
            <p:ph idx="1" type="body"/>
          </p:nvPr>
        </p:nvSpPr>
        <p:spPr>
          <a:xfrm>
            <a:off x="72790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47" name="Google Shape;247;p14"/>
          <p:cNvSpPr txBox="1"/>
          <p:nvPr>
            <p:ph idx="5" type="body"/>
          </p:nvPr>
        </p:nvSpPr>
        <p:spPr>
          <a:xfrm>
            <a:off x="72790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48" name="Google Shape;248;p14"/>
          <p:cNvSpPr txBox="1"/>
          <p:nvPr>
            <p:ph idx="6" type="body"/>
          </p:nvPr>
        </p:nvSpPr>
        <p:spPr>
          <a:xfrm>
            <a:off x="72790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49" name="Google Shape;249;p14"/>
          <p:cNvSpPr txBox="1"/>
          <p:nvPr>
            <p:ph idx="7" type="body"/>
          </p:nvPr>
        </p:nvSpPr>
        <p:spPr>
          <a:xfrm>
            <a:off x="72790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0" name="Google Shape;250;p14"/>
          <p:cNvSpPr txBox="1"/>
          <p:nvPr>
            <p:ph idx="8" type="body"/>
          </p:nvPr>
        </p:nvSpPr>
        <p:spPr>
          <a:xfrm>
            <a:off x="72790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1" name="Google Shape;251;p14"/>
          <p:cNvSpPr txBox="1"/>
          <p:nvPr>
            <p:ph idx="9" type="body"/>
          </p:nvPr>
        </p:nvSpPr>
        <p:spPr>
          <a:xfrm>
            <a:off x="5503913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2" name="Google Shape;252;p14"/>
          <p:cNvSpPr txBox="1"/>
          <p:nvPr>
            <p:ph idx="13" type="body"/>
          </p:nvPr>
        </p:nvSpPr>
        <p:spPr>
          <a:xfrm>
            <a:off x="5503913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3" name="Google Shape;253;p14"/>
          <p:cNvSpPr txBox="1"/>
          <p:nvPr>
            <p:ph idx="14" type="body"/>
          </p:nvPr>
        </p:nvSpPr>
        <p:spPr>
          <a:xfrm>
            <a:off x="5503913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4" name="Google Shape;254;p14"/>
          <p:cNvSpPr txBox="1"/>
          <p:nvPr>
            <p:ph idx="15" type="body"/>
          </p:nvPr>
        </p:nvSpPr>
        <p:spPr>
          <a:xfrm>
            <a:off x="5503913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5" name="Google Shape;255;p14"/>
          <p:cNvSpPr txBox="1"/>
          <p:nvPr>
            <p:ph idx="16" type="body"/>
          </p:nvPr>
        </p:nvSpPr>
        <p:spPr>
          <a:xfrm>
            <a:off x="5503913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6" name="Google Shape;256;p14"/>
          <p:cNvSpPr txBox="1"/>
          <p:nvPr>
            <p:ph idx="17" type="body"/>
          </p:nvPr>
        </p:nvSpPr>
        <p:spPr>
          <a:xfrm>
            <a:off x="3722638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7" name="Google Shape;257;p14"/>
          <p:cNvSpPr txBox="1"/>
          <p:nvPr>
            <p:ph idx="18" type="body"/>
          </p:nvPr>
        </p:nvSpPr>
        <p:spPr>
          <a:xfrm>
            <a:off x="3722638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8" name="Google Shape;258;p14"/>
          <p:cNvSpPr txBox="1"/>
          <p:nvPr>
            <p:ph idx="19" type="body"/>
          </p:nvPr>
        </p:nvSpPr>
        <p:spPr>
          <a:xfrm>
            <a:off x="3722638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59" name="Google Shape;259;p14"/>
          <p:cNvSpPr txBox="1"/>
          <p:nvPr>
            <p:ph idx="20" type="body"/>
          </p:nvPr>
        </p:nvSpPr>
        <p:spPr>
          <a:xfrm>
            <a:off x="3722638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0" name="Google Shape;260;p14"/>
          <p:cNvSpPr txBox="1"/>
          <p:nvPr>
            <p:ph idx="21" type="body"/>
          </p:nvPr>
        </p:nvSpPr>
        <p:spPr>
          <a:xfrm>
            <a:off x="3722638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1" name="Google Shape;261;p14"/>
          <p:cNvSpPr txBox="1"/>
          <p:nvPr>
            <p:ph idx="22" type="body"/>
          </p:nvPr>
        </p:nvSpPr>
        <p:spPr>
          <a:xfrm>
            <a:off x="1941375" y="42072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2" name="Google Shape;262;p14"/>
          <p:cNvSpPr txBox="1"/>
          <p:nvPr>
            <p:ph idx="23" type="body"/>
          </p:nvPr>
        </p:nvSpPr>
        <p:spPr>
          <a:xfrm>
            <a:off x="1941375" y="373647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3" name="Google Shape;263;p14"/>
          <p:cNvSpPr txBox="1"/>
          <p:nvPr>
            <p:ph idx="24" type="body"/>
          </p:nvPr>
        </p:nvSpPr>
        <p:spPr>
          <a:xfrm>
            <a:off x="1941375" y="3247325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4" name="Google Shape;264;p14"/>
          <p:cNvSpPr txBox="1"/>
          <p:nvPr>
            <p:ph idx="25" type="body"/>
          </p:nvPr>
        </p:nvSpPr>
        <p:spPr>
          <a:xfrm>
            <a:off x="1941375" y="27580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5" name="Google Shape;265;p14"/>
          <p:cNvSpPr txBox="1"/>
          <p:nvPr>
            <p:ph idx="26" type="body"/>
          </p:nvPr>
        </p:nvSpPr>
        <p:spPr>
          <a:xfrm>
            <a:off x="1941375" y="2268713"/>
            <a:ext cx="1771200" cy="321300"/>
          </a:xfrm>
          <a:prstGeom prst="rect">
            <a:avLst/>
          </a:prstGeom>
        </p:spPr>
        <p:txBody>
          <a:bodyPr anchorCtr="0" anchor="t" bIns="180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266" name="Google Shape;266;p14"/>
          <p:cNvSpPr txBox="1"/>
          <p:nvPr>
            <p:ph idx="27" type="subTitle"/>
          </p:nvPr>
        </p:nvSpPr>
        <p:spPr>
          <a:xfrm>
            <a:off x="7282625" y="1724120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14"/>
          <p:cNvSpPr txBox="1"/>
          <p:nvPr>
            <p:ph idx="28" type="subTitle"/>
          </p:nvPr>
        </p:nvSpPr>
        <p:spPr>
          <a:xfrm>
            <a:off x="337750" y="420722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68" name="Google Shape;268;p14"/>
          <p:cNvSpPr txBox="1"/>
          <p:nvPr>
            <p:ph idx="29" type="subTitle"/>
          </p:nvPr>
        </p:nvSpPr>
        <p:spPr>
          <a:xfrm>
            <a:off x="337750" y="37373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69" name="Google Shape;269;p14"/>
          <p:cNvSpPr txBox="1"/>
          <p:nvPr>
            <p:ph idx="30" type="subTitle"/>
          </p:nvPr>
        </p:nvSpPr>
        <p:spPr>
          <a:xfrm>
            <a:off x="337750" y="32477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70" name="Google Shape;270;p14"/>
          <p:cNvSpPr txBox="1"/>
          <p:nvPr>
            <p:ph idx="31" type="subTitle"/>
          </p:nvPr>
        </p:nvSpPr>
        <p:spPr>
          <a:xfrm>
            <a:off x="337750" y="27581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71" name="Google Shape;271;p14"/>
          <p:cNvSpPr txBox="1"/>
          <p:nvPr>
            <p:ph idx="32" type="subTitle"/>
          </p:nvPr>
        </p:nvSpPr>
        <p:spPr>
          <a:xfrm>
            <a:off x="337750" y="2268575"/>
            <a:ext cx="1339200" cy="15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 b="1"/>
            </a:lvl9pPr>
          </a:lstStyle>
          <a:p/>
        </p:txBody>
      </p:sp>
      <p:sp>
        <p:nvSpPr>
          <p:cNvPr id="272" name="Google Shape;272;p14"/>
          <p:cNvSpPr txBox="1"/>
          <p:nvPr>
            <p:ph idx="33" type="title"/>
          </p:nvPr>
        </p:nvSpPr>
        <p:spPr>
          <a:xfrm>
            <a:off x="596525" y="753313"/>
            <a:ext cx="7062000" cy="6159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3" name="Google Shape;273;p14"/>
          <p:cNvSpPr txBox="1"/>
          <p:nvPr>
            <p:ph idx="34" type="subTitle"/>
          </p:nvPr>
        </p:nvSpPr>
        <p:spPr>
          <a:xfrm>
            <a:off x="1950863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14"/>
          <p:cNvSpPr txBox="1"/>
          <p:nvPr>
            <p:ph idx="35" type="subTitle"/>
          </p:nvPr>
        </p:nvSpPr>
        <p:spPr>
          <a:xfrm>
            <a:off x="3726825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14"/>
          <p:cNvSpPr txBox="1"/>
          <p:nvPr>
            <p:ph idx="36" type="subTitle"/>
          </p:nvPr>
        </p:nvSpPr>
        <p:spPr>
          <a:xfrm>
            <a:off x="5503900" y="1724125"/>
            <a:ext cx="1771200" cy="3960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None/>
              <a:defRPr b="1"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731">
          <p15:clr>
            <a:srgbClr val="E46962"/>
          </p15:clr>
        </p15:guide>
        <p15:guide id="2" orient="horz" pos="2435">
          <p15:clr>
            <a:srgbClr val="E46962"/>
          </p15:clr>
        </p15:guide>
        <p15:guide id="3" orient="horz" pos="1819">
          <p15:clr>
            <a:srgbClr val="E46962"/>
          </p15:clr>
        </p15:guide>
        <p15:guide id="4" orient="horz" pos="2129">
          <p15:clr>
            <a:srgbClr val="E46962"/>
          </p15:clr>
        </p15:guide>
        <p15:guide id="5" orient="horz" pos="1510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and folder background">
  <p:cSld name="CUSTOM_1_1"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278" name="Google Shape;278;p1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279" name="Google Shape;279;p15"/>
          <p:cNvSpPr txBox="1"/>
          <p:nvPr>
            <p:ph idx="2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280" name="Google Shape;280;p15"/>
          <p:cNvSpPr txBox="1"/>
          <p:nvPr>
            <p:ph idx="3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281" name="Google Shape;281;p15"/>
          <p:cNvSpPr txBox="1"/>
          <p:nvPr>
            <p:ph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282" name="Google Shape;282;p15"/>
          <p:cNvSpPr txBox="1"/>
          <p:nvPr>
            <p:ph idx="4" type="subTitle"/>
          </p:nvPr>
        </p:nvSpPr>
        <p:spPr>
          <a:xfrm>
            <a:off x="4617888" y="2276000"/>
            <a:ext cx="4291500" cy="525600"/>
          </a:xfrm>
          <a:prstGeom prst="rect">
            <a:avLst/>
          </a:prstGeom>
        </p:spPr>
        <p:txBody>
          <a:bodyPr anchorCtr="0" anchor="t" bIns="0" lIns="180000" spcFirstLastPara="1" rIns="18000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cxnSp>
        <p:nvCxnSpPr>
          <p:cNvPr id="283" name="Google Shape;283;p15"/>
          <p:cNvCxnSpPr/>
          <p:nvPr/>
        </p:nvCxnSpPr>
        <p:spPr>
          <a:xfrm rot="10800000">
            <a:off x="5397992" y="3025650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4" name="Google Shape;284;p15"/>
          <p:cNvCxnSpPr/>
          <p:nvPr/>
        </p:nvCxnSpPr>
        <p:spPr>
          <a:xfrm rot="10800000">
            <a:off x="6114201" y="3025007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5" name="Google Shape;285;p15"/>
          <p:cNvCxnSpPr/>
          <p:nvPr/>
        </p:nvCxnSpPr>
        <p:spPr>
          <a:xfrm rot="10800000">
            <a:off x="6816098" y="3025650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6" name="Google Shape;286;p15"/>
          <p:cNvCxnSpPr/>
          <p:nvPr/>
        </p:nvCxnSpPr>
        <p:spPr>
          <a:xfrm rot="10800000">
            <a:off x="7517325" y="3025650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7" name="Google Shape;287;p15"/>
          <p:cNvCxnSpPr/>
          <p:nvPr/>
        </p:nvCxnSpPr>
        <p:spPr>
          <a:xfrm rot="10800000">
            <a:off x="8218904" y="3025011"/>
            <a:ext cx="0" cy="1576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8" name="Google Shape;288;p15"/>
          <p:cNvCxnSpPr/>
          <p:nvPr/>
        </p:nvCxnSpPr>
        <p:spPr>
          <a:xfrm rot="10800000">
            <a:off x="5043384" y="4397242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89" name="Google Shape;289;p15"/>
          <p:cNvCxnSpPr/>
          <p:nvPr/>
        </p:nvCxnSpPr>
        <p:spPr>
          <a:xfrm rot="10800000">
            <a:off x="5043384" y="4106948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0" name="Google Shape;290;p15"/>
          <p:cNvCxnSpPr/>
          <p:nvPr/>
        </p:nvCxnSpPr>
        <p:spPr>
          <a:xfrm rot="10800000">
            <a:off x="5043384" y="3813733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1" name="Google Shape;291;p15"/>
          <p:cNvCxnSpPr/>
          <p:nvPr/>
        </p:nvCxnSpPr>
        <p:spPr>
          <a:xfrm rot="10800000">
            <a:off x="5043384" y="3521491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2" name="Google Shape;292;p15"/>
          <p:cNvCxnSpPr/>
          <p:nvPr/>
        </p:nvCxnSpPr>
        <p:spPr>
          <a:xfrm rot="10800000">
            <a:off x="5043384" y="3228574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93" name="Google Shape;293;p15"/>
          <p:cNvCxnSpPr/>
          <p:nvPr/>
        </p:nvCxnSpPr>
        <p:spPr>
          <a:xfrm rot="10800000">
            <a:off x="5043640" y="4602364"/>
            <a:ext cx="36849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4" name="Google Shape;294;p15"/>
          <p:cNvCxnSpPr/>
          <p:nvPr/>
        </p:nvCxnSpPr>
        <p:spPr>
          <a:xfrm rot="10800000">
            <a:off x="5043455" y="3022856"/>
            <a:ext cx="0" cy="1582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15"/>
          <p:cNvSpPr txBox="1"/>
          <p:nvPr>
            <p:ph idx="5" type="subTitle"/>
          </p:nvPr>
        </p:nvSpPr>
        <p:spPr>
          <a:xfrm>
            <a:off x="392000" y="4601800"/>
            <a:ext cx="9165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6" name="Google Shape;296;p15"/>
          <p:cNvSpPr txBox="1"/>
          <p:nvPr>
            <p:ph idx="6" type="subTitle"/>
          </p:nvPr>
        </p:nvSpPr>
        <p:spPr>
          <a:xfrm>
            <a:off x="1390838" y="4601800"/>
            <a:ext cx="9165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7" name="Google Shape;297;p15"/>
          <p:cNvSpPr txBox="1"/>
          <p:nvPr>
            <p:ph idx="7" type="subTitle"/>
          </p:nvPr>
        </p:nvSpPr>
        <p:spPr>
          <a:xfrm>
            <a:off x="2389500" y="4602800"/>
            <a:ext cx="903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8" name="Google Shape;298;p15"/>
          <p:cNvSpPr txBox="1"/>
          <p:nvPr>
            <p:ph idx="8" type="subTitle"/>
          </p:nvPr>
        </p:nvSpPr>
        <p:spPr>
          <a:xfrm>
            <a:off x="3388150" y="4601800"/>
            <a:ext cx="9603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299" name="Google Shape;299;p15"/>
          <p:cNvSpPr txBox="1"/>
          <p:nvPr>
            <p:ph idx="9" type="subTitle"/>
          </p:nvPr>
        </p:nvSpPr>
        <p:spPr>
          <a:xfrm>
            <a:off x="392025" y="4022425"/>
            <a:ext cx="916500" cy="579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0" name="Google Shape;300;p15"/>
          <p:cNvSpPr txBox="1"/>
          <p:nvPr>
            <p:ph idx="13" type="subTitle"/>
          </p:nvPr>
        </p:nvSpPr>
        <p:spPr>
          <a:xfrm>
            <a:off x="1391050" y="3875575"/>
            <a:ext cx="916500" cy="726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1" name="Google Shape;301;p15"/>
          <p:cNvSpPr txBox="1"/>
          <p:nvPr>
            <p:ph idx="14" type="subTitle"/>
          </p:nvPr>
        </p:nvSpPr>
        <p:spPr>
          <a:xfrm>
            <a:off x="2390200" y="3875575"/>
            <a:ext cx="916500" cy="726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2" name="Google Shape;302;p15"/>
          <p:cNvSpPr txBox="1"/>
          <p:nvPr>
            <p:ph idx="15" type="subTitle"/>
          </p:nvPr>
        </p:nvSpPr>
        <p:spPr>
          <a:xfrm>
            <a:off x="3394525" y="4022425"/>
            <a:ext cx="954000" cy="579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Medium"/>
              <a:buNone/>
              <a:defRPr sz="3000">
                <a:latin typeface="Hanken Grotesk Medium"/>
                <a:ea typeface="Hanken Grotesk Medium"/>
                <a:cs typeface="Hanken Grotesk Medium"/>
                <a:sym typeface="Hanken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3" name="Google Shape;303;p15"/>
          <p:cNvSpPr txBox="1"/>
          <p:nvPr>
            <p:ph idx="16" type="subTitle"/>
          </p:nvPr>
        </p:nvSpPr>
        <p:spPr>
          <a:xfrm>
            <a:off x="227625" y="2276000"/>
            <a:ext cx="4291500" cy="525600"/>
          </a:xfrm>
          <a:prstGeom prst="rect">
            <a:avLst/>
          </a:prstGeom>
        </p:spPr>
        <p:txBody>
          <a:bodyPr anchorCtr="0" anchor="t" bIns="0" lIns="180000" spcFirstLastPara="1" rIns="18000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Neuton Light"/>
              <a:buNone/>
              <a:defRPr sz="1600"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304" name="Google Shape;304;p15"/>
          <p:cNvSpPr txBox="1"/>
          <p:nvPr>
            <p:ph idx="17" type="subTitle"/>
          </p:nvPr>
        </p:nvSpPr>
        <p:spPr>
          <a:xfrm>
            <a:off x="5401957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5" name="Google Shape;305;p15"/>
          <p:cNvSpPr txBox="1"/>
          <p:nvPr>
            <p:ph idx="18" type="subTitle"/>
          </p:nvPr>
        </p:nvSpPr>
        <p:spPr>
          <a:xfrm>
            <a:off x="6104132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6" name="Google Shape;306;p15"/>
          <p:cNvSpPr txBox="1"/>
          <p:nvPr>
            <p:ph idx="19" type="subTitle"/>
          </p:nvPr>
        </p:nvSpPr>
        <p:spPr>
          <a:xfrm>
            <a:off x="6811663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7" name="Google Shape;307;p15"/>
          <p:cNvSpPr txBox="1"/>
          <p:nvPr>
            <p:ph idx="20" type="subTitle"/>
          </p:nvPr>
        </p:nvSpPr>
        <p:spPr>
          <a:xfrm>
            <a:off x="8220182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8" name="Google Shape;308;p15"/>
          <p:cNvSpPr txBox="1"/>
          <p:nvPr>
            <p:ph idx="21" type="subTitle"/>
          </p:nvPr>
        </p:nvSpPr>
        <p:spPr>
          <a:xfrm>
            <a:off x="7516525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09" name="Google Shape;309;p15"/>
          <p:cNvSpPr txBox="1"/>
          <p:nvPr>
            <p:ph idx="22" type="subTitle"/>
          </p:nvPr>
        </p:nvSpPr>
        <p:spPr>
          <a:xfrm>
            <a:off x="4695907" y="405935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0" name="Google Shape;310;p15"/>
          <p:cNvSpPr txBox="1"/>
          <p:nvPr>
            <p:ph idx="23" type="subTitle"/>
          </p:nvPr>
        </p:nvSpPr>
        <p:spPr>
          <a:xfrm>
            <a:off x="4695907" y="4358875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1" name="Google Shape;311;p15"/>
          <p:cNvSpPr txBox="1"/>
          <p:nvPr>
            <p:ph idx="24" type="subTitle"/>
          </p:nvPr>
        </p:nvSpPr>
        <p:spPr>
          <a:xfrm>
            <a:off x="4695907" y="347470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2" name="Google Shape;312;p15"/>
          <p:cNvSpPr txBox="1"/>
          <p:nvPr>
            <p:ph idx="25" type="subTitle"/>
          </p:nvPr>
        </p:nvSpPr>
        <p:spPr>
          <a:xfrm>
            <a:off x="4695907" y="377785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3" name="Google Shape;313;p15"/>
          <p:cNvSpPr txBox="1"/>
          <p:nvPr>
            <p:ph idx="26" type="subTitle"/>
          </p:nvPr>
        </p:nvSpPr>
        <p:spPr>
          <a:xfrm>
            <a:off x="4695907" y="3181775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14" name="Google Shape;314;p15"/>
          <p:cNvSpPr txBox="1"/>
          <p:nvPr>
            <p:ph idx="27" type="title"/>
          </p:nvPr>
        </p:nvSpPr>
        <p:spPr>
          <a:xfrm>
            <a:off x="593775" y="707062"/>
            <a:ext cx="7196400" cy="6159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s 2">
  <p:cSld name="CUSTOM_7_1_1_1_1_1_1_1_1_1_1_1_1_1_1_1_1_9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6"/>
          <p:cNvSpPr txBox="1"/>
          <p:nvPr>
            <p:ph type="title"/>
          </p:nvPr>
        </p:nvSpPr>
        <p:spPr>
          <a:xfrm>
            <a:off x="2121700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17" name="Google Shape;317;p16"/>
          <p:cNvSpPr txBox="1"/>
          <p:nvPr>
            <p:ph idx="2" type="title"/>
          </p:nvPr>
        </p:nvSpPr>
        <p:spPr>
          <a:xfrm>
            <a:off x="389922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18" name="Google Shape;318;p16"/>
          <p:cNvSpPr txBox="1"/>
          <p:nvPr>
            <p:ph idx="3" type="title"/>
          </p:nvPr>
        </p:nvSpPr>
        <p:spPr>
          <a:xfrm>
            <a:off x="567647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19" name="Google Shape;319;p16"/>
          <p:cNvSpPr txBox="1"/>
          <p:nvPr>
            <p:ph idx="4" type="title"/>
          </p:nvPr>
        </p:nvSpPr>
        <p:spPr>
          <a:xfrm>
            <a:off x="745372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0" name="Google Shape;320;p16"/>
          <p:cNvSpPr txBox="1"/>
          <p:nvPr>
            <p:ph idx="5" type="title"/>
          </p:nvPr>
        </p:nvSpPr>
        <p:spPr>
          <a:xfrm>
            <a:off x="341975" y="637675"/>
            <a:ext cx="360000" cy="360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600">
                <a:solidFill>
                  <a:schemeClr val="lt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1" name="Google Shape;321;p16"/>
          <p:cNvSpPr txBox="1"/>
          <p:nvPr>
            <p:ph idx="6" type="title"/>
          </p:nvPr>
        </p:nvSpPr>
        <p:spPr>
          <a:xfrm>
            <a:off x="2184250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2" name="Google Shape;322;p16"/>
          <p:cNvSpPr txBox="1"/>
          <p:nvPr>
            <p:ph idx="7" type="title"/>
          </p:nvPr>
        </p:nvSpPr>
        <p:spPr>
          <a:xfrm>
            <a:off x="3962263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3" name="Google Shape;323;p16"/>
          <p:cNvSpPr txBox="1"/>
          <p:nvPr>
            <p:ph idx="8" type="title"/>
          </p:nvPr>
        </p:nvSpPr>
        <p:spPr>
          <a:xfrm>
            <a:off x="406525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4" name="Google Shape;324;p16"/>
          <p:cNvSpPr txBox="1"/>
          <p:nvPr>
            <p:ph idx="9" type="title"/>
          </p:nvPr>
        </p:nvSpPr>
        <p:spPr>
          <a:xfrm>
            <a:off x="5729600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5" name="Google Shape;325;p16"/>
          <p:cNvSpPr txBox="1"/>
          <p:nvPr>
            <p:ph idx="13" type="title"/>
          </p:nvPr>
        </p:nvSpPr>
        <p:spPr>
          <a:xfrm>
            <a:off x="7518138" y="1183050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326" name="Google Shape;326;p16"/>
          <p:cNvSpPr txBox="1"/>
          <p:nvPr>
            <p:ph idx="1" type="body"/>
          </p:nvPr>
        </p:nvSpPr>
        <p:spPr>
          <a:xfrm>
            <a:off x="223881" y="331850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27" name="Google Shape;327;p16"/>
          <p:cNvSpPr txBox="1"/>
          <p:nvPr>
            <p:ph idx="14" type="body"/>
          </p:nvPr>
        </p:nvSpPr>
        <p:spPr>
          <a:xfrm>
            <a:off x="2004019" y="331640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28" name="Google Shape;328;p16"/>
          <p:cNvSpPr txBox="1"/>
          <p:nvPr>
            <p:ph idx="15" type="body"/>
          </p:nvPr>
        </p:nvSpPr>
        <p:spPr>
          <a:xfrm>
            <a:off x="3781781" y="331745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29" name="Google Shape;329;p16"/>
          <p:cNvSpPr txBox="1"/>
          <p:nvPr>
            <p:ph idx="16" type="body"/>
          </p:nvPr>
        </p:nvSpPr>
        <p:spPr>
          <a:xfrm>
            <a:off x="5559956" y="331535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0" name="Google Shape;330;p16"/>
          <p:cNvSpPr txBox="1"/>
          <p:nvPr>
            <p:ph idx="17" type="body"/>
          </p:nvPr>
        </p:nvSpPr>
        <p:spPr>
          <a:xfrm>
            <a:off x="7341056" y="3315350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1" name="Google Shape;331;p16"/>
          <p:cNvSpPr txBox="1"/>
          <p:nvPr>
            <p:ph idx="18" type="body"/>
          </p:nvPr>
        </p:nvSpPr>
        <p:spPr>
          <a:xfrm>
            <a:off x="223881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2" name="Google Shape;332;p16"/>
          <p:cNvSpPr txBox="1"/>
          <p:nvPr>
            <p:ph idx="19" type="body"/>
          </p:nvPr>
        </p:nvSpPr>
        <p:spPr>
          <a:xfrm>
            <a:off x="2004019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3" name="Google Shape;333;p16"/>
          <p:cNvSpPr txBox="1"/>
          <p:nvPr>
            <p:ph idx="20" type="body"/>
          </p:nvPr>
        </p:nvSpPr>
        <p:spPr>
          <a:xfrm>
            <a:off x="3781781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4" name="Google Shape;334;p16"/>
          <p:cNvSpPr txBox="1"/>
          <p:nvPr>
            <p:ph idx="21" type="body"/>
          </p:nvPr>
        </p:nvSpPr>
        <p:spPr>
          <a:xfrm>
            <a:off x="5559956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5" name="Google Shape;335;p16"/>
          <p:cNvSpPr txBox="1"/>
          <p:nvPr>
            <p:ph idx="22" type="body"/>
          </p:nvPr>
        </p:nvSpPr>
        <p:spPr>
          <a:xfrm>
            <a:off x="7341056" y="4143425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36" name="Google Shape;336;p16"/>
          <p:cNvSpPr txBox="1"/>
          <p:nvPr>
            <p:ph idx="23" type="title"/>
          </p:nvPr>
        </p:nvSpPr>
        <p:spPr>
          <a:xfrm>
            <a:off x="3782413" y="192506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37" name="Google Shape;337;p16"/>
          <p:cNvSpPr txBox="1"/>
          <p:nvPr>
            <p:ph idx="24" type="title"/>
          </p:nvPr>
        </p:nvSpPr>
        <p:spPr>
          <a:xfrm>
            <a:off x="2004613" y="192401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38" name="Google Shape;338;p16"/>
          <p:cNvSpPr txBox="1"/>
          <p:nvPr>
            <p:ph idx="25" type="title"/>
          </p:nvPr>
        </p:nvSpPr>
        <p:spPr>
          <a:xfrm>
            <a:off x="227650" y="192611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39" name="Google Shape;339;p16"/>
          <p:cNvSpPr txBox="1"/>
          <p:nvPr>
            <p:ph idx="26" type="title"/>
          </p:nvPr>
        </p:nvSpPr>
        <p:spPr>
          <a:xfrm>
            <a:off x="7340875" y="192296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40" name="Google Shape;340;p16"/>
          <p:cNvSpPr txBox="1"/>
          <p:nvPr>
            <p:ph idx="27" type="title"/>
          </p:nvPr>
        </p:nvSpPr>
        <p:spPr>
          <a:xfrm>
            <a:off x="5559375" y="1922963"/>
            <a:ext cx="1778700" cy="651900"/>
          </a:xfrm>
          <a:prstGeom prst="rect">
            <a:avLst/>
          </a:prstGeom>
        </p:spPr>
        <p:txBody>
          <a:bodyPr anchorCtr="0" anchor="t" bIns="54000" lIns="108000" spcFirstLastPara="1" rIns="10800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341" name="Google Shape;341;p16"/>
          <p:cNvSpPr txBox="1"/>
          <p:nvPr>
            <p:ph idx="28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42" name="Google Shape;342;p16"/>
          <p:cNvSpPr txBox="1"/>
          <p:nvPr>
            <p:ph idx="29" type="body"/>
          </p:nvPr>
        </p:nvSpPr>
        <p:spPr>
          <a:xfrm>
            <a:off x="223881" y="249041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3" name="Google Shape;343;p16"/>
          <p:cNvSpPr txBox="1"/>
          <p:nvPr>
            <p:ph idx="30" type="body"/>
          </p:nvPr>
        </p:nvSpPr>
        <p:spPr>
          <a:xfrm>
            <a:off x="2004019" y="248831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4" name="Google Shape;344;p16"/>
          <p:cNvSpPr txBox="1"/>
          <p:nvPr>
            <p:ph idx="31" type="body"/>
          </p:nvPr>
        </p:nvSpPr>
        <p:spPr>
          <a:xfrm>
            <a:off x="3781781" y="248936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5" name="Google Shape;345;p16"/>
          <p:cNvSpPr txBox="1"/>
          <p:nvPr>
            <p:ph idx="32" type="body"/>
          </p:nvPr>
        </p:nvSpPr>
        <p:spPr>
          <a:xfrm>
            <a:off x="5559956" y="248726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46" name="Google Shape;346;p16"/>
          <p:cNvSpPr txBox="1"/>
          <p:nvPr>
            <p:ph idx="33" type="body"/>
          </p:nvPr>
        </p:nvSpPr>
        <p:spPr>
          <a:xfrm>
            <a:off x="7341056" y="2487263"/>
            <a:ext cx="1778400" cy="651600"/>
          </a:xfrm>
          <a:prstGeom prst="rect">
            <a:avLst/>
          </a:prstGeom>
        </p:spPr>
        <p:txBody>
          <a:bodyPr anchorCtr="0" anchor="t" bIns="54000" lIns="108000" spcFirstLastPara="1" rIns="108000" wrap="square" tIns="5400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1">
  <p:cSld name="CUSTOM_7_1_1_1_1_1_1_1_1_1_1_1_1_1_1_1_1_7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7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49" name="Google Shape;349;p17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cxnSp>
        <p:nvCxnSpPr>
          <p:cNvPr id="350" name="Google Shape;350;p17"/>
          <p:cNvCxnSpPr/>
          <p:nvPr/>
        </p:nvCxnSpPr>
        <p:spPr>
          <a:xfrm rot="10800000">
            <a:off x="1721971" y="1322379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1" name="Google Shape;351;p17"/>
          <p:cNvCxnSpPr/>
          <p:nvPr/>
        </p:nvCxnSpPr>
        <p:spPr>
          <a:xfrm rot="10800000">
            <a:off x="3185875" y="1321065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2" name="Google Shape;352;p17"/>
          <p:cNvCxnSpPr/>
          <p:nvPr/>
        </p:nvCxnSpPr>
        <p:spPr>
          <a:xfrm rot="10800000">
            <a:off x="4620526" y="1322379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3" name="Google Shape;353;p17"/>
          <p:cNvCxnSpPr/>
          <p:nvPr/>
        </p:nvCxnSpPr>
        <p:spPr>
          <a:xfrm rot="10800000">
            <a:off x="6053808" y="1322379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4" name="Google Shape;354;p17"/>
          <p:cNvCxnSpPr/>
          <p:nvPr/>
        </p:nvCxnSpPr>
        <p:spPr>
          <a:xfrm rot="10800000">
            <a:off x="7487809" y="1321073"/>
            <a:ext cx="0" cy="32229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5" name="Google Shape;355;p17"/>
          <p:cNvCxnSpPr/>
          <p:nvPr/>
        </p:nvCxnSpPr>
        <p:spPr>
          <a:xfrm rot="10800000">
            <a:off x="997162" y="4125842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6" name="Google Shape;356;p17"/>
          <p:cNvCxnSpPr/>
          <p:nvPr/>
        </p:nvCxnSpPr>
        <p:spPr>
          <a:xfrm rot="10800000">
            <a:off x="997162" y="3532492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7" name="Google Shape;357;p17"/>
          <p:cNvCxnSpPr/>
          <p:nvPr/>
        </p:nvCxnSpPr>
        <p:spPr>
          <a:xfrm rot="10800000">
            <a:off x="997162" y="2933172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8" name="Google Shape;358;p17"/>
          <p:cNvCxnSpPr/>
          <p:nvPr/>
        </p:nvCxnSpPr>
        <p:spPr>
          <a:xfrm rot="10800000">
            <a:off x="997162" y="2335841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59" name="Google Shape;359;p17"/>
          <p:cNvCxnSpPr/>
          <p:nvPr/>
        </p:nvCxnSpPr>
        <p:spPr>
          <a:xfrm rot="10800000">
            <a:off x="997162" y="1737130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60" name="Google Shape;360;p17"/>
          <p:cNvCxnSpPr/>
          <p:nvPr/>
        </p:nvCxnSpPr>
        <p:spPr>
          <a:xfrm rot="10800000">
            <a:off x="997686" y="4545103"/>
            <a:ext cx="7531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1" name="Google Shape;361;p17"/>
          <p:cNvCxnSpPr/>
          <p:nvPr/>
        </p:nvCxnSpPr>
        <p:spPr>
          <a:xfrm rot="10800000">
            <a:off x="997311" y="1316605"/>
            <a:ext cx="0" cy="3234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2" name="Google Shape;362;p17"/>
          <p:cNvSpPr txBox="1"/>
          <p:nvPr>
            <p:ph idx="2" type="subTitle"/>
          </p:nvPr>
        </p:nvSpPr>
        <p:spPr>
          <a:xfrm>
            <a:off x="1730075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3" name="Google Shape;363;p17"/>
          <p:cNvSpPr txBox="1"/>
          <p:nvPr>
            <p:ph idx="3" type="subTitle"/>
          </p:nvPr>
        </p:nvSpPr>
        <p:spPr>
          <a:xfrm>
            <a:off x="3165294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4" name="Google Shape;364;p17"/>
          <p:cNvSpPr txBox="1"/>
          <p:nvPr>
            <p:ph idx="4" type="subTitle"/>
          </p:nvPr>
        </p:nvSpPr>
        <p:spPr>
          <a:xfrm>
            <a:off x="4611461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5" name="Google Shape;365;p17"/>
          <p:cNvSpPr txBox="1"/>
          <p:nvPr>
            <p:ph idx="5" type="subTitle"/>
          </p:nvPr>
        </p:nvSpPr>
        <p:spPr>
          <a:xfrm>
            <a:off x="7490421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6" name="Google Shape;366;p17"/>
          <p:cNvSpPr txBox="1"/>
          <p:nvPr>
            <p:ph idx="6" type="subTitle"/>
          </p:nvPr>
        </p:nvSpPr>
        <p:spPr>
          <a:xfrm>
            <a:off x="6052173" y="4545279"/>
            <a:ext cx="1037400" cy="3753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7" name="Google Shape;367;p17"/>
          <p:cNvSpPr txBox="1"/>
          <p:nvPr>
            <p:ph idx="7" type="subTitle"/>
          </p:nvPr>
        </p:nvSpPr>
        <p:spPr>
          <a:xfrm>
            <a:off x="286936" y="3435204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8" name="Google Shape;368;p17"/>
          <p:cNvSpPr txBox="1"/>
          <p:nvPr>
            <p:ph idx="8" type="subTitle"/>
          </p:nvPr>
        </p:nvSpPr>
        <p:spPr>
          <a:xfrm>
            <a:off x="286936" y="4047421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69" name="Google Shape;369;p17"/>
          <p:cNvSpPr txBox="1"/>
          <p:nvPr>
            <p:ph idx="9" type="subTitle"/>
          </p:nvPr>
        </p:nvSpPr>
        <p:spPr>
          <a:xfrm>
            <a:off x="286936" y="2240202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70" name="Google Shape;370;p17"/>
          <p:cNvSpPr txBox="1"/>
          <p:nvPr>
            <p:ph idx="13" type="subTitle"/>
          </p:nvPr>
        </p:nvSpPr>
        <p:spPr>
          <a:xfrm>
            <a:off x="286936" y="2859829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  <p:sp>
        <p:nvSpPr>
          <p:cNvPr id="371" name="Google Shape;371;p17"/>
          <p:cNvSpPr txBox="1"/>
          <p:nvPr>
            <p:ph idx="14" type="subTitle"/>
          </p:nvPr>
        </p:nvSpPr>
        <p:spPr>
          <a:xfrm>
            <a:off x="286936" y="1641475"/>
            <a:ext cx="632700" cy="19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Hanken Grotesk"/>
              <a:buNone/>
              <a:defRPr b="1" sz="800"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Hanken Grotesk"/>
              <a:buNone/>
              <a:defRPr b="1" sz="8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2">
  <p:cSld name="CUSTOM_7_1_1_1_1_1_1_1_1_1_1_1_1_1_1_1_1_8">
    <p:bg>
      <p:bgPr>
        <a:solidFill>
          <a:schemeClr val="dk2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"/>
          <p:cNvSpPr txBox="1"/>
          <p:nvPr>
            <p:ph idx="1" type="body"/>
          </p:nvPr>
        </p:nvSpPr>
        <p:spPr>
          <a:xfrm>
            <a:off x="683262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4" name="Google Shape;374;p18"/>
          <p:cNvSpPr txBox="1"/>
          <p:nvPr>
            <p:ph idx="2" type="body"/>
          </p:nvPr>
        </p:nvSpPr>
        <p:spPr>
          <a:xfrm>
            <a:off x="461957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5" name="Google Shape;375;p18"/>
          <p:cNvSpPr txBox="1"/>
          <p:nvPr>
            <p:ph idx="3" type="body"/>
          </p:nvPr>
        </p:nvSpPr>
        <p:spPr>
          <a:xfrm>
            <a:off x="240652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6" name="Google Shape;376;p18"/>
          <p:cNvSpPr txBox="1"/>
          <p:nvPr>
            <p:ph idx="4" type="body"/>
          </p:nvPr>
        </p:nvSpPr>
        <p:spPr>
          <a:xfrm>
            <a:off x="193475" y="4360925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7" name="Google Shape;377;p18"/>
          <p:cNvSpPr txBox="1"/>
          <p:nvPr>
            <p:ph idx="5" type="body"/>
          </p:nvPr>
        </p:nvSpPr>
        <p:spPr>
          <a:xfrm>
            <a:off x="683137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8" name="Google Shape;378;p18"/>
          <p:cNvSpPr txBox="1"/>
          <p:nvPr>
            <p:ph idx="6" type="body"/>
          </p:nvPr>
        </p:nvSpPr>
        <p:spPr>
          <a:xfrm>
            <a:off x="461832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79" name="Google Shape;379;p18"/>
          <p:cNvSpPr txBox="1"/>
          <p:nvPr>
            <p:ph idx="7" type="body"/>
          </p:nvPr>
        </p:nvSpPr>
        <p:spPr>
          <a:xfrm>
            <a:off x="240527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80" name="Google Shape;380;p18"/>
          <p:cNvSpPr txBox="1"/>
          <p:nvPr>
            <p:ph idx="8" type="body"/>
          </p:nvPr>
        </p:nvSpPr>
        <p:spPr>
          <a:xfrm>
            <a:off x="192225" y="2557613"/>
            <a:ext cx="2120400" cy="496800"/>
          </a:xfrm>
          <a:prstGeom prst="rect">
            <a:avLst/>
          </a:prstGeom>
        </p:spPr>
        <p:txBody>
          <a:bodyPr anchorCtr="0" anchor="t" bIns="91425" lIns="180000" spcFirstLastPara="1" rIns="18000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381" name="Google Shape;381;p18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sp>
        <p:nvSpPr>
          <p:cNvPr id="382" name="Google Shape;382;p18"/>
          <p:cNvSpPr txBox="1"/>
          <p:nvPr>
            <p:ph idx="9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83" name="Google Shape;383;p18"/>
          <p:cNvSpPr txBox="1"/>
          <p:nvPr>
            <p:ph idx="13" type="title"/>
          </p:nvPr>
        </p:nvSpPr>
        <p:spPr>
          <a:xfrm>
            <a:off x="6996850" y="136480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4" name="Google Shape;384;p18"/>
          <p:cNvSpPr txBox="1"/>
          <p:nvPr>
            <p:ph idx="14" type="title"/>
          </p:nvPr>
        </p:nvSpPr>
        <p:spPr>
          <a:xfrm>
            <a:off x="4783238" y="136480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5" name="Google Shape;385;p18"/>
          <p:cNvSpPr txBox="1"/>
          <p:nvPr>
            <p:ph idx="15" type="title"/>
          </p:nvPr>
        </p:nvSpPr>
        <p:spPr>
          <a:xfrm>
            <a:off x="2546913" y="136480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6" name="Google Shape;386;p18"/>
          <p:cNvSpPr txBox="1"/>
          <p:nvPr>
            <p:ph idx="16" type="title"/>
          </p:nvPr>
        </p:nvSpPr>
        <p:spPr>
          <a:xfrm>
            <a:off x="355638" y="1365769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7" name="Google Shape;387;p18"/>
          <p:cNvSpPr txBox="1"/>
          <p:nvPr>
            <p:ph idx="17" type="title"/>
          </p:nvPr>
        </p:nvSpPr>
        <p:spPr>
          <a:xfrm>
            <a:off x="7002200" y="316335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8" name="Google Shape;388;p18"/>
          <p:cNvSpPr txBox="1"/>
          <p:nvPr>
            <p:ph idx="18" type="title"/>
          </p:nvPr>
        </p:nvSpPr>
        <p:spPr>
          <a:xfrm>
            <a:off x="4788588" y="316335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89" name="Google Shape;389;p18"/>
          <p:cNvSpPr txBox="1"/>
          <p:nvPr>
            <p:ph idx="19" type="title"/>
          </p:nvPr>
        </p:nvSpPr>
        <p:spPr>
          <a:xfrm>
            <a:off x="2552263" y="3163356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  <p:sp>
        <p:nvSpPr>
          <p:cNvPr id="390" name="Google Shape;390;p18"/>
          <p:cNvSpPr txBox="1"/>
          <p:nvPr>
            <p:ph idx="20" type="title"/>
          </p:nvPr>
        </p:nvSpPr>
        <p:spPr>
          <a:xfrm>
            <a:off x="360988" y="3164319"/>
            <a:ext cx="1839600" cy="7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Font typeface="Hanken Grotesk Light"/>
              <a:buNone/>
              <a:defRPr sz="5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2000"/>
              <a:buFont typeface="Hanken Grotesk Light"/>
              <a:buNone/>
              <a:defRPr sz="12000">
                <a:latin typeface="Hanken Grotesk Light"/>
                <a:ea typeface="Hanken Grotesk Light"/>
                <a:cs typeface="Hanken Grotesk Light"/>
                <a:sym typeface="Hanken Grotesk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3">
  <p:cSld name="CUSTOM_7_1_1_1_1_1_1_1_1_1_1_1_1_1_1_1_1_7_1"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9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93" name="Google Shape;393;p19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sp>
        <p:nvSpPr>
          <p:cNvPr id="394" name="Google Shape;394;p19"/>
          <p:cNvSpPr txBox="1"/>
          <p:nvPr>
            <p:ph idx="2" type="subTitle"/>
          </p:nvPr>
        </p:nvSpPr>
        <p:spPr>
          <a:xfrm>
            <a:off x="193100" y="3780025"/>
            <a:ext cx="1633200" cy="61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anken Grotesk Light"/>
              <a:buNone/>
              <a:defRPr sz="4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19"/>
          <p:cNvSpPr txBox="1"/>
          <p:nvPr>
            <p:ph idx="3" type="subTitle"/>
          </p:nvPr>
        </p:nvSpPr>
        <p:spPr>
          <a:xfrm>
            <a:off x="1852425" y="4067625"/>
            <a:ext cx="2529000" cy="237600"/>
          </a:xfrm>
          <a:prstGeom prst="rect">
            <a:avLst/>
          </a:prstGeom>
        </p:spPr>
        <p:txBody>
          <a:bodyPr anchorCtr="0" anchor="t" bIns="0" lIns="5400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396" name="Google Shape;396;p19"/>
          <p:cNvSpPr txBox="1"/>
          <p:nvPr>
            <p:ph idx="4" type="subTitle"/>
          </p:nvPr>
        </p:nvSpPr>
        <p:spPr>
          <a:xfrm>
            <a:off x="193100" y="2519863"/>
            <a:ext cx="1633200" cy="61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anken Grotesk Light"/>
              <a:buNone/>
              <a:defRPr sz="4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7" name="Google Shape;397;p19"/>
          <p:cNvSpPr txBox="1"/>
          <p:nvPr>
            <p:ph idx="5" type="subTitle"/>
          </p:nvPr>
        </p:nvSpPr>
        <p:spPr>
          <a:xfrm>
            <a:off x="1852425" y="2807463"/>
            <a:ext cx="2529000" cy="237600"/>
          </a:xfrm>
          <a:prstGeom prst="rect">
            <a:avLst/>
          </a:prstGeom>
        </p:spPr>
        <p:txBody>
          <a:bodyPr anchorCtr="0" anchor="t" bIns="0" lIns="5400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398" name="Google Shape;398;p19"/>
          <p:cNvSpPr txBox="1"/>
          <p:nvPr>
            <p:ph idx="6" type="subTitle"/>
          </p:nvPr>
        </p:nvSpPr>
        <p:spPr>
          <a:xfrm>
            <a:off x="219077" y="1259725"/>
            <a:ext cx="1633200" cy="61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Hanken Grotesk Light"/>
              <a:buNone/>
              <a:defRPr sz="4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9" name="Google Shape;399;p19"/>
          <p:cNvSpPr txBox="1"/>
          <p:nvPr>
            <p:ph idx="7" type="subTitle"/>
          </p:nvPr>
        </p:nvSpPr>
        <p:spPr>
          <a:xfrm>
            <a:off x="1852425" y="1547325"/>
            <a:ext cx="2529000" cy="237600"/>
          </a:xfrm>
          <a:prstGeom prst="rect">
            <a:avLst/>
          </a:prstGeom>
        </p:spPr>
        <p:txBody>
          <a:bodyPr anchorCtr="0" anchor="t" bIns="0" lIns="54000" spcFirstLastPara="1" rIns="0" wrap="square" tIns="54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00" name="Google Shape;400;p19"/>
          <p:cNvSpPr txBox="1"/>
          <p:nvPr>
            <p:ph idx="8" type="body"/>
          </p:nvPr>
        </p:nvSpPr>
        <p:spPr>
          <a:xfrm>
            <a:off x="189973" y="4665450"/>
            <a:ext cx="4345200" cy="3744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01" name="Google Shape;401;p19"/>
          <p:cNvSpPr txBox="1"/>
          <p:nvPr>
            <p:ph idx="9" type="body"/>
          </p:nvPr>
        </p:nvSpPr>
        <p:spPr>
          <a:xfrm>
            <a:off x="189973" y="3405288"/>
            <a:ext cx="4345200" cy="3744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02" name="Google Shape;402;p19"/>
          <p:cNvSpPr txBox="1"/>
          <p:nvPr>
            <p:ph idx="13" type="body"/>
          </p:nvPr>
        </p:nvSpPr>
        <p:spPr>
          <a:xfrm>
            <a:off x="199273" y="2145150"/>
            <a:ext cx="4345200" cy="3744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 4">
  <p:cSld name="CUSTOM_7_1_1_1_1_1_1_1_1_1_1_1_1_1_1_1_1_7_2"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20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05" name="Google Shape;405;p20"/>
          <p:cNvSpPr txBox="1"/>
          <p:nvPr>
            <p:ph type="title"/>
          </p:nvPr>
        </p:nvSpPr>
        <p:spPr>
          <a:xfrm>
            <a:off x="594025" y="539600"/>
            <a:ext cx="7196700" cy="57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9pPr>
          </a:lstStyle>
          <a:p/>
        </p:txBody>
      </p:sp>
      <p:sp>
        <p:nvSpPr>
          <p:cNvPr id="406" name="Google Shape;406;p20"/>
          <p:cNvSpPr txBox="1"/>
          <p:nvPr>
            <p:ph idx="2" type="subTitle"/>
          </p:nvPr>
        </p:nvSpPr>
        <p:spPr>
          <a:xfrm>
            <a:off x="189375" y="4264275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7" name="Google Shape;407;p20"/>
          <p:cNvSpPr txBox="1"/>
          <p:nvPr>
            <p:ph idx="3" type="subTitle"/>
          </p:nvPr>
        </p:nvSpPr>
        <p:spPr>
          <a:xfrm>
            <a:off x="190425" y="3693375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8" name="Google Shape;408;p20"/>
          <p:cNvSpPr txBox="1"/>
          <p:nvPr>
            <p:ph idx="4" type="subTitle"/>
          </p:nvPr>
        </p:nvSpPr>
        <p:spPr>
          <a:xfrm>
            <a:off x="190425" y="311801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09" name="Google Shape;409;p20"/>
          <p:cNvSpPr txBox="1"/>
          <p:nvPr>
            <p:ph idx="5" type="subTitle"/>
          </p:nvPr>
        </p:nvSpPr>
        <p:spPr>
          <a:xfrm>
            <a:off x="191475" y="254711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0" name="Google Shape;410;p20"/>
          <p:cNvSpPr txBox="1"/>
          <p:nvPr>
            <p:ph idx="6" type="subTitle"/>
          </p:nvPr>
        </p:nvSpPr>
        <p:spPr>
          <a:xfrm>
            <a:off x="190950" y="197176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1" name="Google Shape;411;p20"/>
          <p:cNvSpPr txBox="1"/>
          <p:nvPr>
            <p:ph idx="7" type="subTitle"/>
          </p:nvPr>
        </p:nvSpPr>
        <p:spPr>
          <a:xfrm>
            <a:off x="192000" y="1400863"/>
            <a:ext cx="1529400" cy="572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Hanken Grotesk Light"/>
              <a:buNone/>
              <a:defRPr sz="30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12" name="Google Shape;412;p20"/>
          <p:cNvSpPr txBox="1"/>
          <p:nvPr>
            <p:ph idx="8" type="subTitle"/>
          </p:nvPr>
        </p:nvSpPr>
        <p:spPr>
          <a:xfrm>
            <a:off x="1967073" y="25501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3" name="Google Shape;413;p20"/>
          <p:cNvSpPr txBox="1"/>
          <p:nvPr>
            <p:ph idx="9" type="subTitle"/>
          </p:nvPr>
        </p:nvSpPr>
        <p:spPr>
          <a:xfrm>
            <a:off x="1967073" y="1400875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4" name="Google Shape;414;p20"/>
          <p:cNvSpPr txBox="1"/>
          <p:nvPr>
            <p:ph idx="13" type="subTitle"/>
          </p:nvPr>
        </p:nvSpPr>
        <p:spPr>
          <a:xfrm>
            <a:off x="1967073" y="1971775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5" name="Google Shape;415;p20"/>
          <p:cNvSpPr txBox="1"/>
          <p:nvPr>
            <p:ph idx="14" type="subTitle"/>
          </p:nvPr>
        </p:nvSpPr>
        <p:spPr>
          <a:xfrm>
            <a:off x="1967073" y="31210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6" name="Google Shape;416;p20"/>
          <p:cNvSpPr txBox="1"/>
          <p:nvPr>
            <p:ph idx="15" type="subTitle"/>
          </p:nvPr>
        </p:nvSpPr>
        <p:spPr>
          <a:xfrm>
            <a:off x="1967073" y="42628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7" name="Google Shape;417;p20"/>
          <p:cNvSpPr txBox="1"/>
          <p:nvPr>
            <p:ph idx="16" type="subTitle"/>
          </p:nvPr>
        </p:nvSpPr>
        <p:spPr>
          <a:xfrm>
            <a:off x="1967073" y="3691900"/>
            <a:ext cx="12168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18" name="Google Shape;418;p20"/>
          <p:cNvSpPr txBox="1"/>
          <p:nvPr>
            <p:ph idx="17" type="body"/>
          </p:nvPr>
        </p:nvSpPr>
        <p:spPr>
          <a:xfrm>
            <a:off x="3741773" y="1973250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19" name="Google Shape;419;p20"/>
          <p:cNvSpPr txBox="1"/>
          <p:nvPr>
            <p:ph idx="18" type="body"/>
          </p:nvPr>
        </p:nvSpPr>
        <p:spPr>
          <a:xfrm>
            <a:off x="3741773" y="25515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0" name="Google Shape;420;p20"/>
          <p:cNvSpPr txBox="1"/>
          <p:nvPr>
            <p:ph idx="19" type="body"/>
          </p:nvPr>
        </p:nvSpPr>
        <p:spPr>
          <a:xfrm>
            <a:off x="3741773" y="31224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1" name="Google Shape;421;p20"/>
          <p:cNvSpPr txBox="1"/>
          <p:nvPr>
            <p:ph idx="20" type="body"/>
          </p:nvPr>
        </p:nvSpPr>
        <p:spPr>
          <a:xfrm>
            <a:off x="3741773" y="36933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2" name="Google Shape;422;p20"/>
          <p:cNvSpPr txBox="1"/>
          <p:nvPr>
            <p:ph idx="21" type="body"/>
          </p:nvPr>
        </p:nvSpPr>
        <p:spPr>
          <a:xfrm>
            <a:off x="3741773" y="4264275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23" name="Google Shape;423;p20"/>
          <p:cNvSpPr txBox="1"/>
          <p:nvPr>
            <p:ph idx="22" type="body"/>
          </p:nvPr>
        </p:nvSpPr>
        <p:spPr>
          <a:xfrm>
            <a:off x="3741773" y="1402350"/>
            <a:ext cx="5137200" cy="374400"/>
          </a:xfrm>
          <a:prstGeom prst="rect">
            <a:avLst/>
          </a:prstGeom>
        </p:spPr>
        <p:txBody>
          <a:bodyPr anchorCtr="0" anchor="t" bIns="108000" lIns="0" spcFirstLastPara="1" rIns="0" wrap="square" tIns="90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 2">
  <p:cSld name="CUSTOM_1_1_1_1"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1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26" name="Google Shape;426;p21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7" name="Google Shape;427;p21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8" name="Google Shape;428;p21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29" name="Google Shape;429;p21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30" name="Google Shape;430;p21"/>
          <p:cNvSpPr txBox="1"/>
          <p:nvPr>
            <p:ph idx="4" type="subTitle"/>
          </p:nvPr>
        </p:nvSpPr>
        <p:spPr>
          <a:xfrm>
            <a:off x="1759000" y="30177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1" name="Google Shape;431;p21"/>
          <p:cNvSpPr txBox="1"/>
          <p:nvPr>
            <p:ph idx="5" type="subTitle"/>
          </p:nvPr>
        </p:nvSpPr>
        <p:spPr>
          <a:xfrm>
            <a:off x="1758250" y="1663775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2" name="Google Shape;432;p21"/>
          <p:cNvSpPr txBox="1"/>
          <p:nvPr>
            <p:ph idx="6" type="subTitle"/>
          </p:nvPr>
        </p:nvSpPr>
        <p:spPr>
          <a:xfrm>
            <a:off x="1758250" y="23406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3" name="Google Shape;433;p21"/>
          <p:cNvSpPr txBox="1"/>
          <p:nvPr>
            <p:ph idx="7" type="subTitle"/>
          </p:nvPr>
        </p:nvSpPr>
        <p:spPr>
          <a:xfrm>
            <a:off x="1758250" y="36948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4" name="Google Shape;434;p21"/>
          <p:cNvSpPr txBox="1"/>
          <p:nvPr>
            <p:ph idx="8" type="subTitle"/>
          </p:nvPr>
        </p:nvSpPr>
        <p:spPr>
          <a:xfrm>
            <a:off x="1758250" y="4367075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Hanken Grotesk Light"/>
              <a:buNone/>
              <a:defRPr sz="2200">
                <a:latin typeface="Hanken Grotesk Light"/>
                <a:ea typeface="Hanken Grotesk Light"/>
                <a:cs typeface="Hanken Grotesk Light"/>
                <a:sym typeface="Hanken Grotesk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5" name="Google Shape;435;p21"/>
          <p:cNvSpPr txBox="1"/>
          <p:nvPr>
            <p:ph idx="9" type="subTitle"/>
          </p:nvPr>
        </p:nvSpPr>
        <p:spPr>
          <a:xfrm>
            <a:off x="228148" y="30199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6" name="Google Shape;436;p21"/>
          <p:cNvSpPr txBox="1"/>
          <p:nvPr>
            <p:ph idx="13" type="subTitle"/>
          </p:nvPr>
        </p:nvSpPr>
        <p:spPr>
          <a:xfrm>
            <a:off x="228148" y="1666050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7" name="Google Shape;437;p21"/>
          <p:cNvSpPr txBox="1"/>
          <p:nvPr>
            <p:ph idx="14" type="subTitle"/>
          </p:nvPr>
        </p:nvSpPr>
        <p:spPr>
          <a:xfrm>
            <a:off x="228148" y="23428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8" name="Google Shape;438;p21"/>
          <p:cNvSpPr txBox="1"/>
          <p:nvPr>
            <p:ph idx="15" type="subTitle"/>
          </p:nvPr>
        </p:nvSpPr>
        <p:spPr>
          <a:xfrm>
            <a:off x="228148" y="36970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39" name="Google Shape;439;p21"/>
          <p:cNvSpPr txBox="1"/>
          <p:nvPr>
            <p:ph idx="16" type="subTitle"/>
          </p:nvPr>
        </p:nvSpPr>
        <p:spPr>
          <a:xfrm>
            <a:off x="228148" y="4369350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40" name="Google Shape;440;p21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1" name="Google Shape;441;p21"/>
          <p:cNvSpPr txBox="1"/>
          <p:nvPr>
            <p:ph idx="18" type="body"/>
          </p:nvPr>
        </p:nvSpPr>
        <p:spPr>
          <a:xfrm>
            <a:off x="4571300" y="4367075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2" name="Google Shape;442;p21"/>
          <p:cNvSpPr txBox="1"/>
          <p:nvPr>
            <p:ph idx="19" type="body"/>
          </p:nvPr>
        </p:nvSpPr>
        <p:spPr>
          <a:xfrm>
            <a:off x="4571300" y="36948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3" name="Google Shape;443;p21"/>
          <p:cNvSpPr txBox="1"/>
          <p:nvPr>
            <p:ph idx="20" type="body"/>
          </p:nvPr>
        </p:nvSpPr>
        <p:spPr>
          <a:xfrm>
            <a:off x="4571300" y="30177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4" name="Google Shape;444;p21"/>
          <p:cNvSpPr txBox="1"/>
          <p:nvPr>
            <p:ph idx="21" type="body"/>
          </p:nvPr>
        </p:nvSpPr>
        <p:spPr>
          <a:xfrm>
            <a:off x="4571300" y="23406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45" name="Google Shape;445;p21"/>
          <p:cNvSpPr txBox="1"/>
          <p:nvPr>
            <p:ph idx="22" type="body"/>
          </p:nvPr>
        </p:nvSpPr>
        <p:spPr>
          <a:xfrm>
            <a:off x="4571300" y="1663775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and folder background 3">
  <p:cSld name="CUSTOM_1_1_1_1_1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48" name="Google Shape;448;p2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49" name="Google Shape;449;p2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50" name="Google Shape;450;p22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51" name="Google Shape;451;p22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grpSp>
        <p:nvGrpSpPr>
          <p:cNvPr id="452" name="Google Shape;452;p22"/>
          <p:cNvGrpSpPr/>
          <p:nvPr/>
        </p:nvGrpSpPr>
        <p:grpSpPr>
          <a:xfrm>
            <a:off x="-2450" y="131788"/>
            <a:ext cx="9144000" cy="5011712"/>
            <a:chOff x="-2450" y="131788"/>
            <a:chExt cx="9144000" cy="5011712"/>
          </a:xfrm>
        </p:grpSpPr>
        <p:sp>
          <p:nvSpPr>
            <p:cNvPr id="453" name="Google Shape;453;p22"/>
            <p:cNvSpPr/>
            <p:nvPr/>
          </p:nvSpPr>
          <p:spPr>
            <a:xfrm>
              <a:off x="-2450" y="486600"/>
              <a:ext cx="9144000" cy="4656900"/>
            </a:xfrm>
            <a:prstGeom prst="roundRect">
              <a:avLst>
                <a:gd fmla="val 0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Arial"/>
                <a:buNone/>
              </a:pPr>
              <a:r>
                <a:rPr lang="en">
                  <a:solidFill>
                    <a:schemeClr val="dk1"/>
                  </a:solidFill>
                  <a:latin typeface="Hanken Grotesk"/>
                  <a:ea typeface="Hanken Grotesk"/>
                  <a:cs typeface="Hanken Grotesk"/>
                  <a:sym typeface="Hanken Grotesk"/>
                </a:rPr>
                <a:t> </a:t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454" name="Google Shape;454;p22"/>
            <p:cNvSpPr/>
            <p:nvPr/>
          </p:nvSpPr>
          <p:spPr>
            <a:xfrm>
              <a:off x="5278763" y="131788"/>
              <a:ext cx="2245995" cy="360013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55" name="Google Shape;455;p22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/>
        </p:txBody>
      </p:sp>
      <p:sp>
        <p:nvSpPr>
          <p:cNvPr id="456" name="Google Shape;456;p22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Font typeface="Hanken Grotesk"/>
              <a:buNone/>
              <a:defRPr sz="12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57" name="Google Shape;457;p22"/>
          <p:cNvSpPr txBox="1"/>
          <p:nvPr>
            <p:ph idx="4" type="subTitle"/>
          </p:nvPr>
        </p:nvSpPr>
        <p:spPr>
          <a:xfrm>
            <a:off x="229085" y="1666050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58" name="Google Shape;458;p22"/>
          <p:cNvSpPr txBox="1"/>
          <p:nvPr>
            <p:ph idx="5" type="subTitle"/>
          </p:nvPr>
        </p:nvSpPr>
        <p:spPr>
          <a:xfrm>
            <a:off x="229085" y="2341863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59" name="Google Shape;459;p22"/>
          <p:cNvSpPr txBox="1"/>
          <p:nvPr>
            <p:ph idx="6" type="subTitle"/>
          </p:nvPr>
        </p:nvSpPr>
        <p:spPr>
          <a:xfrm>
            <a:off x="229085" y="3018975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0" name="Google Shape;460;p22"/>
          <p:cNvSpPr txBox="1"/>
          <p:nvPr>
            <p:ph idx="7" type="subTitle"/>
          </p:nvPr>
        </p:nvSpPr>
        <p:spPr>
          <a:xfrm>
            <a:off x="229085" y="3694788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1" name="Google Shape;461;p22"/>
          <p:cNvSpPr txBox="1"/>
          <p:nvPr>
            <p:ph idx="8" type="subTitle"/>
          </p:nvPr>
        </p:nvSpPr>
        <p:spPr>
          <a:xfrm>
            <a:off x="229085" y="4371888"/>
            <a:ext cx="1170000" cy="374400"/>
          </a:xfrm>
          <a:prstGeom prst="rect">
            <a:avLst/>
          </a:prstGeom>
        </p:spPr>
        <p:txBody>
          <a:bodyPr anchorCtr="0" anchor="t" bIns="0" lIns="0" spcFirstLastPara="1" rIns="0" wrap="square" tIns="720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2" name="Google Shape;462;p22"/>
          <p:cNvSpPr txBox="1"/>
          <p:nvPr>
            <p:ph idx="9" type="title"/>
          </p:nvPr>
        </p:nvSpPr>
        <p:spPr>
          <a:xfrm>
            <a:off x="596525" y="753324"/>
            <a:ext cx="7062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63" name="Google Shape;463;p22"/>
          <p:cNvSpPr txBox="1"/>
          <p:nvPr>
            <p:ph idx="13" type="subTitle"/>
          </p:nvPr>
        </p:nvSpPr>
        <p:spPr>
          <a:xfrm>
            <a:off x="7916986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4" name="Google Shape;464;p22"/>
          <p:cNvSpPr txBox="1"/>
          <p:nvPr>
            <p:ph idx="14" type="subTitle"/>
          </p:nvPr>
        </p:nvSpPr>
        <p:spPr>
          <a:xfrm>
            <a:off x="6689861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5" name="Google Shape;465;p22"/>
          <p:cNvSpPr txBox="1"/>
          <p:nvPr>
            <p:ph idx="15" type="subTitle"/>
          </p:nvPr>
        </p:nvSpPr>
        <p:spPr>
          <a:xfrm>
            <a:off x="5462861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6" name="Google Shape;466;p22"/>
          <p:cNvSpPr txBox="1"/>
          <p:nvPr>
            <p:ph idx="16" type="subTitle"/>
          </p:nvPr>
        </p:nvSpPr>
        <p:spPr>
          <a:xfrm>
            <a:off x="4235836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7" name="Google Shape;467;p22"/>
          <p:cNvSpPr txBox="1"/>
          <p:nvPr>
            <p:ph idx="17" type="subTitle"/>
          </p:nvPr>
        </p:nvSpPr>
        <p:spPr>
          <a:xfrm>
            <a:off x="3008011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  <p:sp>
        <p:nvSpPr>
          <p:cNvPr id="468" name="Google Shape;468;p22"/>
          <p:cNvSpPr txBox="1"/>
          <p:nvPr>
            <p:ph idx="18" type="subTitle"/>
          </p:nvPr>
        </p:nvSpPr>
        <p:spPr>
          <a:xfrm>
            <a:off x="1781686" y="1436834"/>
            <a:ext cx="810000" cy="226800"/>
          </a:xfrm>
          <a:prstGeom prst="rect">
            <a:avLst/>
          </a:prstGeom>
        </p:spPr>
        <p:txBody>
          <a:bodyPr anchorCtr="0" anchor="t" bIns="72000" lIns="9000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Hanken Grotesk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er">
  <p:cSld name="CUSTOM_3"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3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71" name="Google Shape;471;p23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Neuton Light"/>
              <a:buNone/>
              <a:defRPr sz="8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9pPr>
          </a:lstStyle>
          <a:p/>
        </p:txBody>
      </p:sp>
      <p:sp>
        <p:nvSpPr>
          <p:cNvPr id="472" name="Google Shape;472;p23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473" name="Google Shape;473;p23"/>
          <p:cNvSpPr txBox="1"/>
          <p:nvPr>
            <p:ph idx="2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4" name="Google Shape;474;p23"/>
          <p:cNvSpPr txBox="1"/>
          <p:nvPr>
            <p:ph idx="3" type="subTitle"/>
          </p:nvPr>
        </p:nvSpPr>
        <p:spPr>
          <a:xfrm>
            <a:off x="5539500" y="4387200"/>
            <a:ext cx="3002400" cy="64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er 1">
  <p:cSld name="CUSTOM_3_1">
    <p:bg>
      <p:bgPr>
        <a:solidFill>
          <a:schemeClr val="dk2"/>
        </a:solidFill>
      </p:bgPr>
    </p:bg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4"/>
          <p:cNvSpPr/>
          <p:nvPr/>
        </p:nvSpPr>
        <p:spPr>
          <a:xfrm>
            <a:off x="-2450" y="486600"/>
            <a:ext cx="9144000" cy="4656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477" name="Google Shape;477;p24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Neuton Light"/>
              <a:buNone/>
              <a:defRPr sz="8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000"/>
              <a:buFont typeface="Neuton Light"/>
              <a:buNone/>
              <a:defRPr sz="5000"/>
            </a:lvl9pPr>
          </a:lstStyle>
          <a:p/>
        </p:txBody>
      </p:sp>
      <p:sp>
        <p:nvSpPr>
          <p:cNvPr id="478" name="Google Shape;478;p24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/>
            </a:lvl9pPr>
          </a:lstStyle>
          <a:p/>
        </p:txBody>
      </p:sp>
      <p:sp>
        <p:nvSpPr>
          <p:cNvPr id="479" name="Google Shape;479;p24"/>
          <p:cNvSpPr txBox="1"/>
          <p:nvPr>
            <p:ph idx="2" type="subTitle"/>
          </p:nvPr>
        </p:nvSpPr>
        <p:spPr>
          <a:xfrm>
            <a:off x="5539500" y="4387200"/>
            <a:ext cx="3002400" cy="64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0" name="Google Shape;480;p24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s 1 1">
  <p:cSld name="CUSTOM_7_1_1_1_1_1_1_1_1_1_1_1_1_1_1_1_1_6_1"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25"/>
          <p:cNvSpPr txBox="1"/>
          <p:nvPr>
            <p:ph type="title"/>
          </p:nvPr>
        </p:nvSpPr>
        <p:spPr>
          <a:xfrm>
            <a:off x="2184250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3" name="Google Shape;483;p25"/>
          <p:cNvSpPr txBox="1"/>
          <p:nvPr>
            <p:ph idx="2" type="title"/>
          </p:nvPr>
        </p:nvSpPr>
        <p:spPr>
          <a:xfrm>
            <a:off x="3962263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4" name="Google Shape;484;p25"/>
          <p:cNvSpPr txBox="1"/>
          <p:nvPr>
            <p:ph idx="3" type="title"/>
          </p:nvPr>
        </p:nvSpPr>
        <p:spPr>
          <a:xfrm>
            <a:off x="406525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5" name="Google Shape;485;p25"/>
          <p:cNvSpPr txBox="1"/>
          <p:nvPr>
            <p:ph idx="4" type="title"/>
          </p:nvPr>
        </p:nvSpPr>
        <p:spPr>
          <a:xfrm>
            <a:off x="5729600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6" name="Google Shape;486;p25"/>
          <p:cNvSpPr txBox="1"/>
          <p:nvPr>
            <p:ph idx="5" type="title"/>
          </p:nvPr>
        </p:nvSpPr>
        <p:spPr>
          <a:xfrm>
            <a:off x="7518138" y="1632575"/>
            <a:ext cx="1440300" cy="252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7" name="Google Shape;487;p25"/>
          <p:cNvSpPr txBox="1"/>
          <p:nvPr>
            <p:ph idx="6" type="title"/>
          </p:nvPr>
        </p:nvSpPr>
        <p:spPr>
          <a:xfrm>
            <a:off x="22475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8" name="Google Shape;488;p25"/>
          <p:cNvSpPr txBox="1"/>
          <p:nvPr>
            <p:ph idx="7" type="title"/>
          </p:nvPr>
        </p:nvSpPr>
        <p:spPr>
          <a:xfrm>
            <a:off x="200380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89" name="Google Shape;489;p25"/>
          <p:cNvSpPr txBox="1"/>
          <p:nvPr>
            <p:ph idx="8" type="title"/>
          </p:nvPr>
        </p:nvSpPr>
        <p:spPr>
          <a:xfrm>
            <a:off x="378050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90" name="Google Shape;490;p25"/>
          <p:cNvSpPr txBox="1"/>
          <p:nvPr>
            <p:ph idx="9" type="title"/>
          </p:nvPr>
        </p:nvSpPr>
        <p:spPr>
          <a:xfrm>
            <a:off x="555865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91" name="Google Shape;491;p25"/>
          <p:cNvSpPr txBox="1"/>
          <p:nvPr>
            <p:ph idx="13" type="title"/>
          </p:nvPr>
        </p:nvSpPr>
        <p:spPr>
          <a:xfrm>
            <a:off x="7336452" y="604888"/>
            <a:ext cx="1778700" cy="651900"/>
          </a:xfrm>
          <a:prstGeom prst="rect">
            <a:avLst/>
          </a:prstGeom>
        </p:spPr>
        <p:txBody>
          <a:bodyPr anchorCtr="0" anchor="t" bIns="90000" lIns="180000" spcFirstLastPara="1" rIns="0" wrap="square" tIns="9000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492" name="Google Shape;492;p25"/>
          <p:cNvSpPr txBox="1"/>
          <p:nvPr>
            <p:ph idx="14" type="title"/>
          </p:nvPr>
        </p:nvSpPr>
        <p:spPr>
          <a:xfrm>
            <a:off x="7339963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3" name="Google Shape;493;p25"/>
          <p:cNvSpPr txBox="1"/>
          <p:nvPr>
            <p:ph idx="15" type="title"/>
          </p:nvPr>
        </p:nvSpPr>
        <p:spPr>
          <a:xfrm>
            <a:off x="3780063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4" name="Google Shape;494;p25"/>
          <p:cNvSpPr txBox="1"/>
          <p:nvPr>
            <p:ph idx="16" type="title"/>
          </p:nvPr>
        </p:nvSpPr>
        <p:spPr>
          <a:xfrm>
            <a:off x="5557163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5" name="Google Shape;495;p25"/>
          <p:cNvSpPr txBox="1"/>
          <p:nvPr>
            <p:ph idx="17" type="title"/>
          </p:nvPr>
        </p:nvSpPr>
        <p:spPr>
          <a:xfrm>
            <a:off x="227650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6" name="Google Shape;496;p25"/>
          <p:cNvSpPr txBox="1"/>
          <p:nvPr>
            <p:ph idx="18" type="title"/>
          </p:nvPr>
        </p:nvSpPr>
        <p:spPr>
          <a:xfrm>
            <a:off x="2004750" y="2535900"/>
            <a:ext cx="1581000" cy="6519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Hanken Grotesk SemiBold"/>
              <a:buNone/>
              <a:defRPr sz="1000">
                <a:latin typeface="Hanken Grotesk SemiBold"/>
                <a:ea typeface="Hanken Grotesk SemiBold"/>
                <a:cs typeface="Hanken Grotesk SemiBold"/>
                <a:sym typeface="Hanken Grotesk SemiBold"/>
              </a:defRPr>
            </a:lvl9pPr>
          </a:lstStyle>
          <a:p/>
        </p:txBody>
      </p:sp>
      <p:sp>
        <p:nvSpPr>
          <p:cNvPr id="497" name="Google Shape;497;p25"/>
          <p:cNvSpPr txBox="1"/>
          <p:nvPr>
            <p:ph idx="1" type="subTitle"/>
          </p:nvPr>
        </p:nvSpPr>
        <p:spPr>
          <a:xfrm>
            <a:off x="594025" y="184700"/>
            <a:ext cx="3696300" cy="15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98" name="Google Shape;498;p25"/>
          <p:cNvSpPr txBox="1"/>
          <p:nvPr>
            <p:ph idx="19" type="body"/>
          </p:nvPr>
        </p:nvSpPr>
        <p:spPr>
          <a:xfrm>
            <a:off x="223881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499" name="Google Shape;499;p25"/>
          <p:cNvSpPr txBox="1"/>
          <p:nvPr>
            <p:ph idx="20" type="body"/>
          </p:nvPr>
        </p:nvSpPr>
        <p:spPr>
          <a:xfrm>
            <a:off x="2004019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0" name="Google Shape;500;p25"/>
          <p:cNvSpPr txBox="1"/>
          <p:nvPr>
            <p:ph idx="21" type="body"/>
          </p:nvPr>
        </p:nvSpPr>
        <p:spPr>
          <a:xfrm>
            <a:off x="3780063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1" name="Google Shape;501;p25"/>
          <p:cNvSpPr txBox="1"/>
          <p:nvPr>
            <p:ph idx="22" type="body"/>
          </p:nvPr>
        </p:nvSpPr>
        <p:spPr>
          <a:xfrm>
            <a:off x="5557163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2" name="Google Shape;502;p25"/>
          <p:cNvSpPr txBox="1"/>
          <p:nvPr>
            <p:ph idx="23" type="body"/>
          </p:nvPr>
        </p:nvSpPr>
        <p:spPr>
          <a:xfrm>
            <a:off x="7334263" y="44915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3" name="Google Shape;503;p25"/>
          <p:cNvSpPr txBox="1"/>
          <p:nvPr>
            <p:ph idx="24" type="body"/>
          </p:nvPr>
        </p:nvSpPr>
        <p:spPr>
          <a:xfrm>
            <a:off x="226606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4" name="Google Shape;504;p25"/>
          <p:cNvSpPr txBox="1"/>
          <p:nvPr>
            <p:ph idx="25" type="body"/>
          </p:nvPr>
        </p:nvSpPr>
        <p:spPr>
          <a:xfrm>
            <a:off x="2006744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25"/>
          <p:cNvSpPr txBox="1"/>
          <p:nvPr>
            <p:ph idx="26" type="body"/>
          </p:nvPr>
        </p:nvSpPr>
        <p:spPr>
          <a:xfrm>
            <a:off x="3782788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6" name="Google Shape;506;p25"/>
          <p:cNvSpPr txBox="1"/>
          <p:nvPr>
            <p:ph idx="27" type="body"/>
          </p:nvPr>
        </p:nvSpPr>
        <p:spPr>
          <a:xfrm>
            <a:off x="5559888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7" name="Google Shape;507;p25"/>
          <p:cNvSpPr txBox="1"/>
          <p:nvPr>
            <p:ph idx="28" type="body"/>
          </p:nvPr>
        </p:nvSpPr>
        <p:spPr>
          <a:xfrm>
            <a:off x="7339713" y="3839688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8" name="Google Shape;508;p25"/>
          <p:cNvSpPr txBox="1"/>
          <p:nvPr>
            <p:ph idx="29" type="body"/>
          </p:nvPr>
        </p:nvSpPr>
        <p:spPr>
          <a:xfrm>
            <a:off x="223519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25"/>
          <p:cNvSpPr txBox="1"/>
          <p:nvPr>
            <p:ph idx="30" type="body"/>
          </p:nvPr>
        </p:nvSpPr>
        <p:spPr>
          <a:xfrm>
            <a:off x="2003656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25"/>
          <p:cNvSpPr txBox="1"/>
          <p:nvPr>
            <p:ph idx="31" type="body"/>
          </p:nvPr>
        </p:nvSpPr>
        <p:spPr>
          <a:xfrm>
            <a:off x="3779701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1" name="Google Shape;511;p25"/>
          <p:cNvSpPr txBox="1"/>
          <p:nvPr>
            <p:ph idx="32" type="body"/>
          </p:nvPr>
        </p:nvSpPr>
        <p:spPr>
          <a:xfrm>
            <a:off x="5556800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2" name="Google Shape;512;p25"/>
          <p:cNvSpPr txBox="1"/>
          <p:nvPr>
            <p:ph idx="33" type="body"/>
          </p:nvPr>
        </p:nvSpPr>
        <p:spPr>
          <a:xfrm>
            <a:off x="7336626" y="3187800"/>
            <a:ext cx="1580400" cy="651600"/>
          </a:xfrm>
          <a:prstGeom prst="rect">
            <a:avLst/>
          </a:prstGeom>
        </p:spPr>
        <p:txBody>
          <a:bodyPr anchorCtr="0" anchor="t" bIns="54000" lIns="18000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5" name="Google Shape;515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20" name="Google Shape;520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23" name="Google Shape;523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24" name="Google Shape;524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9" name="Google Shape;529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34" name="Google Shape;534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35" name="Google Shape;535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0" name="Google Shape;540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37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44" name="Google Shape;544;p37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5" name="Google Shape;545;p37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6" name="Google Shape;546;p37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7" name="Google Shape;547;p37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8" name="Google Shape;548;p37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9" name="Google Shape;549;p37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52" name="Google Shape;552;p38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53" name="Google Shape;553;p38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9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56" name="Google Shape;556;p39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57" name="Google Shape;557;p39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58" name="Google Shape;558;p39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59" name="Google Shape;559;p39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40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62" name="Google Shape;562;p40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63" name="Google Shape;563;p40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64" name="Google Shape;564;p40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5" name="Google Shape;565;p40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6" name="Google Shape;566;p40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7" name="Google Shape;567;p40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1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0" name="Google Shape;570;p41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1" name="Google Shape;571;p41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2" name="Google Shape;572;p41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73" name="Google Shape;573;p41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74" name="Google Shape;574;p41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5" name="Google Shape;575;p41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6" name="Google Shape;576;p41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7" name="Google Shape;577;p41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80" name="Google Shape;580;p42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83" name="Google Shape;583;p43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84" name="Google Shape;584;p43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85" name="Google Shape;585;p43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86" name="Google Shape;58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87" name="Google Shape;587;p43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88" name="Google Shape;588;p43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44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1" name="Google Shape;591;p44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92" name="Google Shape;592;p44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93" name="Google Shape;593;p44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4" name="Google Shape;594;p44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95" name="Google Shape;595;p44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96" name="Google Shape;59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597" name="Google Shape;597;p44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98" name="Google Shape;598;p44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99" name="Google Shape;599;p44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45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6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4" name="Google Shape;604;p46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5" name="Google Shape;605;p46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6" name="Google Shape;606;p46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7" name="Google Shape;607;p46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8" name="Google Shape;608;p46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09" name="Google Shape;609;p46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/>
        </p:txBody>
      </p:sp>
      <p:sp>
        <p:nvSpPr>
          <p:cNvPr id="610" name="Google Shape;610;p46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11" name="Google Shape;611;p46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612" name="Google Shape;612;p46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theme" Target="../theme/theme1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Neuton Light"/>
              <a:buNone/>
              <a:defRPr sz="44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●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○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Hanken Grotesk"/>
              <a:buChar char="■"/>
              <a:defRPr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drive.google.com/file/d/1TMdGaG-XkHs8XxykDJkFFPQ1F0tPSqKR/view" TargetMode="External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drive.google.com/file/d/11qfMYLOgudgumR_V9Pa_m-6FjqKq9LVC/view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Relationship Id="rId4" Type="http://schemas.openxmlformats.org/officeDocument/2006/relationships/image" Target="../media/image17.jpg"/><Relationship Id="rId5" Type="http://schemas.openxmlformats.org/officeDocument/2006/relationships/image" Target="../media/image16.jpg"/><Relationship Id="rId6" Type="http://schemas.openxmlformats.org/officeDocument/2006/relationships/hyperlink" Target="http://drive.google.com/file/d/16kmaAB6m2IVder8fd4BQohDvbHhYo6uZ/view" TargetMode="External"/><Relationship Id="rId7" Type="http://schemas.openxmlformats.org/officeDocument/2006/relationships/image" Target="../media/image7.png"/><Relationship Id="rId8" Type="http://schemas.openxmlformats.org/officeDocument/2006/relationships/hyperlink" Target="http://drive.google.com/file/d/13dG7ly8_3I3GAjdEt_l30MwKQbPuixbJ/view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drive.google.com/file/d/17eXFShDiWg_fy8oO--m0vQzAsfQXsz7k/view" TargetMode="External"/><Relationship Id="rId4" Type="http://schemas.openxmlformats.org/officeDocument/2006/relationships/image" Target="../media/image14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Relationship Id="rId4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6.jpg"/><Relationship Id="rId4" Type="http://schemas.openxmlformats.org/officeDocument/2006/relationships/image" Target="../media/image2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47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18" name="Google Shape;618;p47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19" name="Google Shape;619;p47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20" name="Google Shape;620;p47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</a:pPr>
            <a:r>
              <a:rPr lang="en"/>
              <a:t>Live LLM Casting</a:t>
            </a:r>
            <a:endParaRPr/>
          </a:p>
        </p:txBody>
      </p:sp>
      <p:sp>
        <p:nvSpPr>
          <p:cNvPr id="621" name="Google Shape;621;p47"/>
          <p:cNvSpPr txBox="1"/>
          <p:nvPr>
            <p:ph idx="1" type="body"/>
          </p:nvPr>
        </p:nvSpPr>
        <p:spPr>
          <a:xfrm>
            <a:off x="575438" y="4387200"/>
            <a:ext cx="2919600" cy="648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"/>
              <a:t>LLM powered live CS2 gameplay commentary</a:t>
            </a:r>
            <a:endParaRPr/>
          </a:p>
        </p:txBody>
      </p:sp>
      <p:sp>
        <p:nvSpPr>
          <p:cNvPr id="622" name="Google Shape;622;p47"/>
          <p:cNvSpPr txBox="1"/>
          <p:nvPr>
            <p:ph idx="2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Danny Son</a:t>
            </a:r>
            <a:endParaRPr/>
          </a:p>
        </p:txBody>
      </p:sp>
      <p:sp>
        <p:nvSpPr>
          <p:cNvPr id="623" name="Google Shape;623;p47"/>
          <p:cNvSpPr txBox="1"/>
          <p:nvPr>
            <p:ph idx="3" type="subTitle"/>
          </p:nvPr>
        </p:nvSpPr>
        <p:spPr>
          <a:xfrm>
            <a:off x="5539488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Year 2026</a:t>
            </a:r>
            <a:endParaRPr/>
          </a:p>
        </p:txBody>
      </p:sp>
      <p:sp>
        <p:nvSpPr>
          <p:cNvPr id="624" name="Google Shape;624;p47"/>
          <p:cNvSpPr txBox="1"/>
          <p:nvPr>
            <p:ph idx="4" type="subTitle"/>
          </p:nvPr>
        </p:nvSpPr>
        <p:spPr>
          <a:xfrm>
            <a:off x="7040700" y="43872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Semester 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48"/>
          <p:cNvSpPr/>
          <p:nvPr/>
        </p:nvSpPr>
        <p:spPr>
          <a:xfrm>
            <a:off x="596525" y="1626300"/>
            <a:ext cx="3627000" cy="3027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30" name="Google Shape;630;p48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31" name="Google Shape;631;p48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32" name="Google Shape;632;p48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33" name="Google Shape;633;p48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34" name="Google Shape;634;p48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is casting for games?</a:t>
            </a:r>
            <a:endParaRPr/>
          </a:p>
        </p:txBody>
      </p:sp>
      <p:sp>
        <p:nvSpPr>
          <p:cNvPr id="635" name="Google Shape;635;p48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636" name="Google Shape;636;p48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637" name="Google Shape;637;p48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638" name="Google Shape;638;p48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639" name="Google Shape;639;p48"/>
          <p:cNvSpPr txBox="1"/>
          <p:nvPr>
            <p:ph idx="19" type="title"/>
          </p:nvPr>
        </p:nvSpPr>
        <p:spPr>
          <a:xfrm>
            <a:off x="834275" y="1820850"/>
            <a:ext cx="3151500" cy="2521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Live commentary over a match</a:t>
            </a:r>
            <a:br>
              <a:rPr lang="en" sz="2000"/>
            </a:br>
            <a:br>
              <a:rPr lang="en" sz="2000"/>
            </a:br>
            <a:r>
              <a:rPr lang="en" sz="2000"/>
              <a:t>Similar</a:t>
            </a:r>
            <a:r>
              <a:rPr lang="en" sz="2000"/>
              <a:t> to sports broadcasting</a:t>
            </a:r>
            <a:endParaRPr sz="2000"/>
          </a:p>
        </p:txBody>
      </p:sp>
      <p:pic>
        <p:nvPicPr>
          <p:cNvPr id="640" name="Google Shape;640;p48" title="download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1626" y="1819638"/>
            <a:ext cx="3524950" cy="264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49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46" name="Google Shape;646;p49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47" name="Google Shape;647;p49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48" name="Google Shape;648;p49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49" name="Google Shape;649;p49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650" name="Google Shape;650;p49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651" name="Google Shape;651;p49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652" name="Google Shape;652;p49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653" name="Google Shape;653;p49"/>
          <p:cNvSpPr/>
          <p:nvPr/>
        </p:nvSpPr>
        <p:spPr>
          <a:xfrm>
            <a:off x="1407400" y="1587200"/>
            <a:ext cx="5756700" cy="29508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30 sec in video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654" name="Google Shape;654;p49" title="cs2 casting dem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3438" y="677650"/>
            <a:ext cx="7197125" cy="404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50"/>
          <p:cNvSpPr/>
          <p:nvPr/>
        </p:nvSpPr>
        <p:spPr>
          <a:xfrm>
            <a:off x="1348175" y="4546700"/>
            <a:ext cx="1610100" cy="3600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60" name="Google Shape;660;p50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61" name="Google Shape;661;p50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62" name="Google Shape;662;p50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63" name="Google Shape;663;p50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64" name="Google Shape;664;p50"/>
          <p:cNvSpPr txBox="1"/>
          <p:nvPr>
            <p:ph idx="7" type="title"/>
          </p:nvPr>
        </p:nvSpPr>
        <p:spPr>
          <a:xfrm>
            <a:off x="1586525" y="1673256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/>
              <a:t>The Finals</a:t>
            </a:r>
            <a:endParaRPr/>
          </a:p>
        </p:txBody>
      </p:sp>
      <p:sp>
        <p:nvSpPr>
          <p:cNvPr id="665" name="Google Shape;665;p50"/>
          <p:cNvSpPr txBox="1"/>
          <p:nvPr>
            <p:ph type="title"/>
          </p:nvPr>
        </p:nvSpPr>
        <p:spPr>
          <a:xfrm>
            <a:off x="2104250" y="850326"/>
            <a:ext cx="6881700" cy="781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en"/>
              <a:t>In-Game Casters</a:t>
            </a:r>
            <a:endParaRPr/>
          </a:p>
        </p:txBody>
      </p:sp>
      <p:sp>
        <p:nvSpPr>
          <p:cNvPr id="666" name="Google Shape;666;p50"/>
          <p:cNvSpPr txBox="1"/>
          <p:nvPr>
            <p:ph idx="17" type="body"/>
          </p:nvPr>
        </p:nvSpPr>
        <p:spPr>
          <a:xfrm>
            <a:off x="1960375" y="2273088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300"/>
              <a:t>Event-Driven casting in real matches live</a:t>
            </a:r>
            <a:endParaRPr sz="1300"/>
          </a:p>
        </p:txBody>
      </p:sp>
      <p:sp>
        <p:nvSpPr>
          <p:cNvPr id="667" name="Google Shape;667;p50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668" name="Google Shape;668;p50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669" name="Google Shape;669;p50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670" name="Google Shape;670;p50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cxnSp>
        <p:nvCxnSpPr>
          <p:cNvPr id="671" name="Google Shape;671;p50"/>
          <p:cNvCxnSpPr/>
          <p:nvPr/>
        </p:nvCxnSpPr>
        <p:spPr>
          <a:xfrm rot="10800000">
            <a:off x="44275" y="2784125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2" name="Google Shape;672;p50"/>
          <p:cNvSpPr/>
          <p:nvPr/>
        </p:nvSpPr>
        <p:spPr>
          <a:xfrm>
            <a:off x="1348175" y="3031400"/>
            <a:ext cx="1610100" cy="3600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673" name="Google Shape;673;p50" title="the-finals_fze1.jpg"/>
          <p:cNvPicPr preferRelativeResize="0"/>
          <p:nvPr>
            <p:ph idx="15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81813"/>
            <a:ext cx="1512300" cy="1512300"/>
          </a:xfrm>
          <a:prstGeom prst="roundRect">
            <a:avLst>
              <a:gd fmla="val 16667" name="adj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51"/>
          <p:cNvSpPr/>
          <p:nvPr/>
        </p:nvSpPr>
        <p:spPr>
          <a:xfrm>
            <a:off x="1348175" y="4546700"/>
            <a:ext cx="1610100" cy="3600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79" name="Google Shape;679;p51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80" name="Google Shape;680;p51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81" name="Google Shape;681;p51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82" name="Google Shape;682;p51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83" name="Google Shape;683;p51"/>
          <p:cNvSpPr/>
          <p:nvPr/>
        </p:nvSpPr>
        <p:spPr>
          <a:xfrm>
            <a:off x="1433076" y="4263375"/>
            <a:ext cx="1440300" cy="252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684" name="Google Shape;684;p51"/>
          <p:cNvSpPr txBox="1"/>
          <p:nvPr>
            <p:ph idx="7" type="title"/>
          </p:nvPr>
        </p:nvSpPr>
        <p:spPr>
          <a:xfrm>
            <a:off x="1586525" y="1673256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/>
              <a:t>The Finals</a:t>
            </a:r>
            <a:endParaRPr/>
          </a:p>
        </p:txBody>
      </p:sp>
      <p:sp>
        <p:nvSpPr>
          <p:cNvPr id="685" name="Google Shape;685;p51"/>
          <p:cNvSpPr txBox="1"/>
          <p:nvPr>
            <p:ph idx="8" type="title"/>
          </p:nvPr>
        </p:nvSpPr>
        <p:spPr>
          <a:xfrm>
            <a:off x="1586525" y="4301024"/>
            <a:ext cx="1133400" cy="1767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Some Guy</a:t>
            </a:r>
            <a:endParaRPr/>
          </a:p>
        </p:txBody>
      </p:sp>
      <p:sp>
        <p:nvSpPr>
          <p:cNvPr id="686" name="Google Shape;686;p51"/>
          <p:cNvSpPr txBox="1"/>
          <p:nvPr>
            <p:ph type="title"/>
          </p:nvPr>
        </p:nvSpPr>
        <p:spPr>
          <a:xfrm>
            <a:off x="2104250" y="850326"/>
            <a:ext cx="6881700" cy="781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en"/>
              <a:t>In-Game Casters</a:t>
            </a:r>
            <a:endParaRPr/>
          </a:p>
        </p:txBody>
      </p:sp>
      <p:sp>
        <p:nvSpPr>
          <p:cNvPr id="687" name="Google Shape;687;p51"/>
          <p:cNvSpPr txBox="1"/>
          <p:nvPr>
            <p:ph idx="5" type="title"/>
          </p:nvPr>
        </p:nvSpPr>
        <p:spPr>
          <a:xfrm>
            <a:off x="2104250" y="3305813"/>
            <a:ext cx="6881700" cy="774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en"/>
              <a:t>Cloned Voices</a:t>
            </a:r>
            <a:endParaRPr/>
          </a:p>
        </p:txBody>
      </p:sp>
      <p:pic>
        <p:nvPicPr>
          <p:cNvPr id="688" name="Google Shape;688;p51" title="hq720.jpg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21866" r="21866" t="0"/>
          <a:stretch/>
        </p:blipFill>
        <p:spPr>
          <a:xfrm>
            <a:off x="0" y="3216900"/>
            <a:ext cx="1512300" cy="1512300"/>
          </a:xfrm>
          <a:prstGeom prst="roundRect">
            <a:avLst>
              <a:gd fmla="val 16667" name="adj"/>
            </a:avLst>
          </a:prstGeom>
        </p:spPr>
      </p:pic>
      <p:sp>
        <p:nvSpPr>
          <p:cNvPr id="689" name="Google Shape;689;p51"/>
          <p:cNvSpPr txBox="1"/>
          <p:nvPr>
            <p:ph idx="17" type="body"/>
          </p:nvPr>
        </p:nvSpPr>
        <p:spPr>
          <a:xfrm>
            <a:off x="1960375" y="2273088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300"/>
              <a:t>Event-Driven casting in real matches live</a:t>
            </a:r>
            <a:endParaRPr sz="1300"/>
          </a:p>
        </p:txBody>
      </p:sp>
      <p:sp>
        <p:nvSpPr>
          <p:cNvPr id="690" name="Google Shape;690;p51"/>
          <p:cNvSpPr txBox="1"/>
          <p:nvPr>
            <p:ph idx="18" type="body"/>
          </p:nvPr>
        </p:nvSpPr>
        <p:spPr>
          <a:xfrm>
            <a:off x="2889200" y="4263375"/>
            <a:ext cx="5311800" cy="403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300"/>
              <a:t>From VA samples to TTS</a:t>
            </a:r>
            <a:endParaRPr sz="1300"/>
          </a:p>
        </p:txBody>
      </p:sp>
      <p:sp>
        <p:nvSpPr>
          <p:cNvPr id="691" name="Google Shape;691;p51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692" name="Google Shape;692;p51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693" name="Google Shape;693;p51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694" name="Google Shape;694;p51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cxnSp>
        <p:nvCxnSpPr>
          <p:cNvPr id="695" name="Google Shape;695;p51"/>
          <p:cNvCxnSpPr/>
          <p:nvPr/>
        </p:nvCxnSpPr>
        <p:spPr>
          <a:xfrm rot="10800000">
            <a:off x="44275" y="2784125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6" name="Google Shape;696;p51"/>
          <p:cNvSpPr/>
          <p:nvPr/>
        </p:nvSpPr>
        <p:spPr>
          <a:xfrm>
            <a:off x="1348175" y="3031400"/>
            <a:ext cx="1610100" cy="360000"/>
          </a:xfrm>
          <a:prstGeom prst="roundRect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697" name="Google Shape;697;p51" title="the-finals_fze1.jpg"/>
          <p:cNvPicPr preferRelativeResize="0"/>
          <p:nvPr>
            <p:ph idx="15" type="pic"/>
          </p:nvPr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1813"/>
            <a:ext cx="1512300" cy="1512300"/>
          </a:xfrm>
          <a:prstGeom prst="roundRect">
            <a:avLst>
              <a:gd fmla="val 16667" name="adj"/>
            </a:avLst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52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3" name="Google Shape;703;p5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4" name="Google Shape;704;p5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5" name="Google Shape;705;p5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06" name="Google Shape;706;p52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707" name="Google Shape;707;p52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708" name="Google Shape;708;p52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709" name="Google Shape;709;p52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710" name="Google Shape;710;p52"/>
          <p:cNvSpPr/>
          <p:nvPr/>
        </p:nvSpPr>
        <p:spPr>
          <a:xfrm>
            <a:off x="1407400" y="1587200"/>
            <a:ext cx="5756700" cy="29508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30 sec in video</a:t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711" name="Google Shape;711;p52" title="final casting dem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1925" y="621775"/>
            <a:ext cx="5992175" cy="4494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53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17" name="Google Shape;717;p53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18" name="Google Shape;718;p53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19" name="Google Shape;719;p53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0" name="Google Shape;720;p53"/>
          <p:cNvSpPr/>
          <p:nvPr/>
        </p:nvSpPr>
        <p:spPr>
          <a:xfrm>
            <a:off x="290300" y="163072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1" name="Google Shape;721;p53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But its use is very restrained</a:t>
            </a:r>
            <a:endParaRPr/>
          </a:p>
        </p:txBody>
      </p:sp>
      <p:sp>
        <p:nvSpPr>
          <p:cNvPr id="722" name="Google Shape;722;p53"/>
          <p:cNvSpPr txBox="1"/>
          <p:nvPr>
            <p:ph idx="19" type="title"/>
          </p:nvPr>
        </p:nvSpPr>
        <p:spPr>
          <a:xfrm>
            <a:off x="596550" y="1749475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 sparse</a:t>
            </a:r>
            <a:endParaRPr sz="2000"/>
          </a:p>
        </p:txBody>
      </p:sp>
      <p:sp>
        <p:nvSpPr>
          <p:cNvPr id="723" name="Google Shape;723;p53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724" name="Google Shape;724;p53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725" name="Google Shape;725;p53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726" name="Google Shape;726;p53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727" name="Google Shape;727;p53"/>
          <p:cNvSpPr/>
          <p:nvPr/>
        </p:nvSpPr>
        <p:spPr>
          <a:xfrm>
            <a:off x="4223550" y="1630725"/>
            <a:ext cx="4664100" cy="29508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28" name="Google Shape;728;p53"/>
          <p:cNvSpPr txBox="1"/>
          <p:nvPr>
            <p:ph idx="19" type="title"/>
          </p:nvPr>
        </p:nvSpPr>
        <p:spPr>
          <a:xfrm>
            <a:off x="5092950" y="2007600"/>
            <a:ext cx="2925300" cy="21555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Round start/end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Time running out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Team wip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etc</a:t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54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4" name="Google Shape;734;p54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5" name="Google Shape;735;p54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6" name="Google Shape;736;p54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7" name="Google Shape;737;p54"/>
          <p:cNvSpPr/>
          <p:nvPr/>
        </p:nvSpPr>
        <p:spPr>
          <a:xfrm>
            <a:off x="290300" y="163072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8" name="Google Shape;738;p54"/>
          <p:cNvSpPr/>
          <p:nvPr/>
        </p:nvSpPr>
        <p:spPr>
          <a:xfrm>
            <a:off x="290300" y="267867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39" name="Google Shape;739;p54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But its use is very restrained</a:t>
            </a:r>
            <a:endParaRPr/>
          </a:p>
        </p:txBody>
      </p:sp>
      <p:sp>
        <p:nvSpPr>
          <p:cNvPr id="740" name="Google Shape;740;p54"/>
          <p:cNvSpPr txBox="1"/>
          <p:nvPr>
            <p:ph idx="5" type="title"/>
          </p:nvPr>
        </p:nvSpPr>
        <p:spPr>
          <a:xfrm>
            <a:off x="596550" y="2812875"/>
            <a:ext cx="29253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isn’t unique</a:t>
            </a:r>
            <a:endParaRPr sz="2000"/>
          </a:p>
        </p:txBody>
      </p:sp>
      <p:sp>
        <p:nvSpPr>
          <p:cNvPr id="741" name="Google Shape;741;p54"/>
          <p:cNvSpPr txBox="1"/>
          <p:nvPr>
            <p:ph idx="19" type="title"/>
          </p:nvPr>
        </p:nvSpPr>
        <p:spPr>
          <a:xfrm>
            <a:off x="596550" y="1749475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 sparse</a:t>
            </a:r>
            <a:endParaRPr sz="2000"/>
          </a:p>
        </p:txBody>
      </p:sp>
      <p:sp>
        <p:nvSpPr>
          <p:cNvPr id="742" name="Google Shape;742;p54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743" name="Google Shape;743;p54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744" name="Google Shape;744;p54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745" name="Google Shape;745;p54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746" name="Google Shape;746;p54"/>
          <p:cNvSpPr/>
          <p:nvPr/>
        </p:nvSpPr>
        <p:spPr>
          <a:xfrm>
            <a:off x="4223550" y="1630725"/>
            <a:ext cx="4664100" cy="29508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47" name="Google Shape;747;p54"/>
          <p:cNvSpPr txBox="1"/>
          <p:nvPr>
            <p:ph idx="19" type="title"/>
          </p:nvPr>
        </p:nvSpPr>
        <p:spPr>
          <a:xfrm>
            <a:off x="4925625" y="2007600"/>
            <a:ext cx="3276000" cy="20622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Repetitive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Lines/Audio curated beforehand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Nothing generated live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5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3" name="Google Shape;753;p55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4" name="Google Shape;754;p55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5" name="Google Shape;755;p55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6" name="Google Shape;756;p55"/>
          <p:cNvSpPr/>
          <p:nvPr/>
        </p:nvSpPr>
        <p:spPr>
          <a:xfrm>
            <a:off x="290300" y="163072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7" name="Google Shape;757;p55"/>
          <p:cNvSpPr/>
          <p:nvPr/>
        </p:nvSpPr>
        <p:spPr>
          <a:xfrm>
            <a:off x="290300" y="267867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8" name="Google Shape;758;p55"/>
          <p:cNvSpPr/>
          <p:nvPr/>
        </p:nvSpPr>
        <p:spPr>
          <a:xfrm>
            <a:off x="290300" y="372662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59" name="Google Shape;759;p55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But its use is very restrained</a:t>
            </a:r>
            <a:endParaRPr/>
          </a:p>
        </p:txBody>
      </p:sp>
      <p:sp>
        <p:nvSpPr>
          <p:cNvPr id="760" name="Google Shape;760;p55"/>
          <p:cNvSpPr txBox="1"/>
          <p:nvPr>
            <p:ph idx="5" type="title"/>
          </p:nvPr>
        </p:nvSpPr>
        <p:spPr>
          <a:xfrm>
            <a:off x="596550" y="2812875"/>
            <a:ext cx="29253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Commentary isn’t unique</a:t>
            </a:r>
            <a:r>
              <a:rPr lang="en" sz="2000"/>
              <a:t> </a:t>
            </a:r>
            <a:endParaRPr sz="2000"/>
          </a:p>
        </p:txBody>
      </p:sp>
      <p:sp>
        <p:nvSpPr>
          <p:cNvPr id="761" name="Google Shape;761;p55"/>
          <p:cNvSpPr txBox="1"/>
          <p:nvPr>
            <p:ph idx="19" type="title"/>
          </p:nvPr>
        </p:nvSpPr>
        <p:spPr>
          <a:xfrm>
            <a:off x="596550" y="1749475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Commentary is sparse</a:t>
            </a:r>
            <a:endParaRPr sz="2000"/>
          </a:p>
        </p:txBody>
      </p:sp>
      <p:sp>
        <p:nvSpPr>
          <p:cNvPr id="762" name="Google Shape;762;p55"/>
          <p:cNvSpPr txBox="1"/>
          <p:nvPr>
            <p:ph idx="6" type="title"/>
          </p:nvPr>
        </p:nvSpPr>
        <p:spPr>
          <a:xfrm>
            <a:off x="596525" y="3854625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Commentary isn’t nuanced</a:t>
            </a:r>
            <a:endParaRPr sz="2000"/>
          </a:p>
        </p:txBody>
      </p:sp>
      <p:sp>
        <p:nvSpPr>
          <p:cNvPr id="763" name="Google Shape;763;p5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764" name="Google Shape;764;p55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765" name="Google Shape;765;p55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766" name="Google Shape;766;p55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767" name="Google Shape;767;p55"/>
          <p:cNvSpPr/>
          <p:nvPr/>
        </p:nvSpPr>
        <p:spPr>
          <a:xfrm>
            <a:off x="4223550" y="1630725"/>
            <a:ext cx="4664100" cy="29508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68" name="Google Shape;768;p55"/>
          <p:cNvSpPr txBox="1"/>
          <p:nvPr>
            <p:ph idx="19" type="title"/>
          </p:nvPr>
        </p:nvSpPr>
        <p:spPr>
          <a:xfrm>
            <a:off x="5092950" y="2007600"/>
            <a:ext cx="2925300" cy="20622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Mostly map-agnostic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Lacks locational awareness</a:t>
            </a:r>
            <a:endParaRPr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56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74" name="Google Shape;774;p56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75" name="Google Shape;775;p56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76" name="Google Shape;776;p56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77" name="Google Shape;777;p56"/>
          <p:cNvSpPr/>
          <p:nvPr/>
        </p:nvSpPr>
        <p:spPr>
          <a:xfrm>
            <a:off x="290300" y="163072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78" name="Google Shape;778;p56"/>
          <p:cNvSpPr/>
          <p:nvPr/>
        </p:nvSpPr>
        <p:spPr>
          <a:xfrm>
            <a:off x="290300" y="267867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79" name="Google Shape;779;p56"/>
          <p:cNvSpPr/>
          <p:nvPr/>
        </p:nvSpPr>
        <p:spPr>
          <a:xfrm>
            <a:off x="290300" y="3726625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80" name="Google Shape;780;p56"/>
          <p:cNvSpPr txBox="1"/>
          <p:nvPr>
            <p:ph type="title"/>
          </p:nvPr>
        </p:nvSpPr>
        <p:spPr>
          <a:xfrm>
            <a:off x="596525" y="753325"/>
            <a:ext cx="7978500" cy="855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Lets tackle these problems</a:t>
            </a:r>
            <a:endParaRPr/>
          </a:p>
        </p:txBody>
      </p:sp>
      <p:sp>
        <p:nvSpPr>
          <p:cNvPr id="781" name="Google Shape;781;p56"/>
          <p:cNvSpPr txBox="1"/>
          <p:nvPr>
            <p:ph idx="19" type="title"/>
          </p:nvPr>
        </p:nvSpPr>
        <p:spPr>
          <a:xfrm>
            <a:off x="596550" y="1749475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 sparse</a:t>
            </a:r>
            <a:endParaRPr sz="2000"/>
          </a:p>
        </p:txBody>
      </p:sp>
      <p:sp>
        <p:nvSpPr>
          <p:cNvPr id="782" name="Google Shape;782;p56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783" name="Google Shape;783;p56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784" name="Google Shape;784;p56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785" name="Google Shape;785;p56"/>
          <p:cNvSpPr txBox="1"/>
          <p:nvPr>
            <p:ph idx="4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786" name="Google Shape;786;p56"/>
          <p:cNvSpPr txBox="1"/>
          <p:nvPr>
            <p:ph idx="5" type="title"/>
          </p:nvPr>
        </p:nvSpPr>
        <p:spPr>
          <a:xfrm>
            <a:off x="596550" y="2812875"/>
            <a:ext cx="29253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Commentary isn’t unique</a:t>
            </a:r>
            <a:r>
              <a:rPr lang="en" sz="2000"/>
              <a:t> </a:t>
            </a:r>
            <a:endParaRPr sz="2000"/>
          </a:p>
        </p:txBody>
      </p:sp>
      <p:sp>
        <p:nvSpPr>
          <p:cNvPr id="787" name="Google Shape;787;p56"/>
          <p:cNvSpPr txBox="1"/>
          <p:nvPr>
            <p:ph idx="6" type="title"/>
          </p:nvPr>
        </p:nvSpPr>
        <p:spPr>
          <a:xfrm>
            <a:off x="596525" y="3854625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isn’t nuanced</a:t>
            </a:r>
            <a:endParaRPr sz="2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2" name="Google Shape;792;p57"/>
          <p:cNvGrpSpPr/>
          <p:nvPr/>
        </p:nvGrpSpPr>
        <p:grpSpPr>
          <a:xfrm>
            <a:off x="638075" y="1198336"/>
            <a:ext cx="7882627" cy="3820517"/>
            <a:chOff x="227492" y="1993681"/>
            <a:chExt cx="4291500" cy="2923119"/>
          </a:xfrm>
        </p:grpSpPr>
        <p:sp>
          <p:nvSpPr>
            <p:cNvPr id="793" name="Google Shape;793;p57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794" name="Google Shape;794;p57"/>
            <p:cNvSpPr/>
            <p:nvPr/>
          </p:nvSpPr>
          <p:spPr>
            <a:xfrm>
              <a:off x="476806" y="1993681"/>
              <a:ext cx="179736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795" name="Google Shape;795;p57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96" name="Google Shape;796;p57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97" name="Google Shape;797;p57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98" name="Google Shape;798;p57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799" name="Google Shape;799;p57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800" name="Google Shape;800;p57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801" name="Google Shape;801;p57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802" name="Google Shape;802;p57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803" name="Google Shape;803;p57"/>
          <p:cNvSpPr txBox="1"/>
          <p:nvPr>
            <p:ph idx="4294967295" type="title"/>
          </p:nvPr>
        </p:nvSpPr>
        <p:spPr>
          <a:xfrm>
            <a:off x="848775" y="3862400"/>
            <a:ext cx="31851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>
                <a:latin typeface="Hanken Grotesk Light"/>
                <a:ea typeface="Hanken Grotesk Light"/>
                <a:cs typeface="Hanken Grotesk Light"/>
                <a:sym typeface="Hanken Grotesk Light"/>
              </a:rPr>
              <a:t>Listen for live game events</a:t>
            </a:r>
            <a:endParaRPr sz="2000"/>
          </a:p>
        </p:txBody>
      </p:sp>
      <p:sp>
        <p:nvSpPr>
          <p:cNvPr id="804" name="Google Shape;804;p57"/>
          <p:cNvSpPr txBox="1"/>
          <p:nvPr>
            <p:ph idx="2" type="title"/>
          </p:nvPr>
        </p:nvSpPr>
        <p:spPr>
          <a:xfrm>
            <a:off x="4626525" y="3801500"/>
            <a:ext cx="3223200" cy="6705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>
                <a:latin typeface="Hanken Grotesk Light"/>
                <a:ea typeface="Hanken Grotesk Light"/>
                <a:cs typeface="Hanken Grotesk Light"/>
                <a:sym typeface="Hanken Grotesk Light"/>
              </a:rPr>
              <a:t>Run context through local Text LLM</a:t>
            </a:r>
            <a:endParaRPr sz="2000"/>
          </a:p>
        </p:txBody>
      </p:sp>
      <p:sp>
        <p:nvSpPr>
          <p:cNvPr id="805" name="Google Shape;805;p57"/>
          <p:cNvSpPr txBox="1"/>
          <p:nvPr>
            <p:ph idx="3" type="title"/>
          </p:nvPr>
        </p:nvSpPr>
        <p:spPr>
          <a:xfrm>
            <a:off x="4469625" y="2153450"/>
            <a:ext cx="3537000" cy="6705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>
                <a:latin typeface="Hanken Grotesk Light"/>
                <a:ea typeface="Hanken Grotesk Light"/>
                <a:cs typeface="Hanken Grotesk Light"/>
                <a:sym typeface="Hanken Grotesk Light"/>
              </a:rPr>
              <a:t>Run output through local TTS LLM</a:t>
            </a:r>
            <a:endParaRPr sz="2000"/>
          </a:p>
        </p:txBody>
      </p:sp>
      <p:sp>
        <p:nvSpPr>
          <p:cNvPr id="806" name="Google Shape;806;p57"/>
          <p:cNvSpPr txBox="1"/>
          <p:nvPr>
            <p:ph type="title"/>
          </p:nvPr>
        </p:nvSpPr>
        <p:spPr>
          <a:xfrm>
            <a:off x="604325" y="555526"/>
            <a:ext cx="7062000" cy="7596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latin typeface="Neuton Light"/>
                <a:ea typeface="Neuton Light"/>
                <a:cs typeface="Neuton Light"/>
                <a:sym typeface="Neuton Light"/>
              </a:rPr>
              <a:t>What could this look like?</a:t>
            </a:r>
            <a:endParaRPr/>
          </a:p>
        </p:txBody>
      </p:sp>
      <p:cxnSp>
        <p:nvCxnSpPr>
          <p:cNvPr id="807" name="Google Shape;807;p57"/>
          <p:cNvCxnSpPr>
            <a:stCxn id="803" idx="3"/>
            <a:endCxn id="804" idx="1"/>
          </p:cNvCxnSpPr>
          <p:nvPr/>
        </p:nvCxnSpPr>
        <p:spPr>
          <a:xfrm>
            <a:off x="4033875" y="4136750"/>
            <a:ext cx="5928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08" name="Google Shape;808;p57"/>
          <p:cNvCxnSpPr>
            <a:stCxn id="804" idx="0"/>
            <a:endCxn id="805" idx="2"/>
          </p:cNvCxnSpPr>
          <p:nvPr/>
        </p:nvCxnSpPr>
        <p:spPr>
          <a:xfrm rot="10800000">
            <a:off x="6238125" y="2823800"/>
            <a:ext cx="0" cy="977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09" name="Google Shape;809;p57"/>
          <p:cNvCxnSpPr>
            <a:stCxn id="810" idx="2"/>
            <a:endCxn id="803" idx="0"/>
          </p:cNvCxnSpPr>
          <p:nvPr/>
        </p:nvCxnSpPr>
        <p:spPr>
          <a:xfrm flipH="1">
            <a:off x="2441188" y="3334175"/>
            <a:ext cx="18300" cy="528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810" name="Google Shape;810;p57" title="download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5500" y="1733975"/>
            <a:ext cx="2847975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1" name="Google Shape;811;p57"/>
          <p:cNvSpPr txBox="1"/>
          <p:nvPr>
            <p:ph idx="2" type="title"/>
          </p:nvPr>
        </p:nvSpPr>
        <p:spPr>
          <a:xfrm>
            <a:off x="1930125" y="1198325"/>
            <a:ext cx="1509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Running locally</a:t>
            </a:r>
            <a:endParaRPr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5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58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17" name="Google Shape;817;p58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18" name="Google Shape;818;p58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19" name="Google Shape;819;p58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20" name="Google Shape;820;p58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821" name="Google Shape;821;p58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822" name="Google Shape;822;p58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823" name="Google Shape;823;p58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824" name="Google Shape;824;p58"/>
          <p:cNvSpPr txBox="1"/>
          <p:nvPr>
            <p:ph type="title"/>
          </p:nvPr>
        </p:nvSpPr>
        <p:spPr>
          <a:xfrm>
            <a:off x="604325" y="555525"/>
            <a:ext cx="7062000" cy="627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latin typeface="Neuton Light"/>
                <a:ea typeface="Neuton Light"/>
                <a:cs typeface="Neuton Light"/>
                <a:sym typeface="Neuton Light"/>
              </a:rPr>
              <a:t>My pipeline</a:t>
            </a:r>
            <a:endParaRPr/>
          </a:p>
        </p:txBody>
      </p:sp>
      <p:grpSp>
        <p:nvGrpSpPr>
          <p:cNvPr id="825" name="Google Shape;825;p58"/>
          <p:cNvGrpSpPr/>
          <p:nvPr/>
        </p:nvGrpSpPr>
        <p:grpSpPr>
          <a:xfrm>
            <a:off x="195864" y="1182525"/>
            <a:ext cx="4376043" cy="3939495"/>
            <a:chOff x="227492" y="1993675"/>
            <a:chExt cx="4291500" cy="2923125"/>
          </a:xfrm>
        </p:grpSpPr>
        <p:sp>
          <p:nvSpPr>
            <p:cNvPr id="826" name="Google Shape;826;p58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27" name="Google Shape;827;p58"/>
            <p:cNvSpPr/>
            <p:nvPr/>
          </p:nvSpPr>
          <p:spPr>
            <a:xfrm>
              <a:off x="391129" y="1993675"/>
              <a:ext cx="2055971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28" name="Google Shape;828;p58"/>
          <p:cNvSpPr txBox="1"/>
          <p:nvPr>
            <p:ph idx="2" type="title"/>
          </p:nvPr>
        </p:nvSpPr>
        <p:spPr>
          <a:xfrm>
            <a:off x="660650" y="1164984"/>
            <a:ext cx="1509300" cy="6633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Listen to events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Via GSI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</p:txBody>
      </p:sp>
      <p:pic>
        <p:nvPicPr>
          <p:cNvPr id="829" name="Google Shape;829;p58" title="Screenshot_20260421_0242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8725" y="2052450"/>
            <a:ext cx="1970024" cy="160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0" name="Google Shape;830;p58" title="Screenshot_20260421_02435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5199" y="1659388"/>
            <a:ext cx="2213400" cy="336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5" name="Google Shape;835;p59"/>
          <p:cNvGrpSpPr/>
          <p:nvPr/>
        </p:nvGrpSpPr>
        <p:grpSpPr>
          <a:xfrm>
            <a:off x="5411925" y="1147275"/>
            <a:ext cx="3446075" cy="3939497"/>
            <a:chOff x="227492" y="1993674"/>
            <a:chExt cx="4291500" cy="2923126"/>
          </a:xfrm>
        </p:grpSpPr>
        <p:sp>
          <p:nvSpPr>
            <p:cNvPr id="836" name="Google Shape;836;p59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37" name="Google Shape;837;p59"/>
            <p:cNvSpPr/>
            <p:nvPr/>
          </p:nvSpPr>
          <p:spPr>
            <a:xfrm>
              <a:off x="346016" y="1993674"/>
              <a:ext cx="2564606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38" name="Google Shape;838;p59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39" name="Google Shape;839;p59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40" name="Google Shape;840;p59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41" name="Google Shape;841;p59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42" name="Google Shape;842;p59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843" name="Google Shape;843;p59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844" name="Google Shape;844;p59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845" name="Google Shape;845;p59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846" name="Google Shape;846;p59"/>
          <p:cNvSpPr txBox="1"/>
          <p:nvPr>
            <p:ph type="title"/>
          </p:nvPr>
        </p:nvSpPr>
        <p:spPr>
          <a:xfrm>
            <a:off x="604325" y="555525"/>
            <a:ext cx="7062000" cy="627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latin typeface="Neuton Light"/>
                <a:ea typeface="Neuton Light"/>
                <a:cs typeface="Neuton Light"/>
                <a:sym typeface="Neuton Light"/>
              </a:rPr>
              <a:t>My pipeline</a:t>
            </a:r>
            <a:endParaRPr/>
          </a:p>
        </p:txBody>
      </p:sp>
      <p:pic>
        <p:nvPicPr>
          <p:cNvPr id="847" name="Google Shape;847;p59" title="Screenshot_20260421_0202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7100" y="1910050"/>
            <a:ext cx="930650" cy="307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8" name="Google Shape;848;p59" title="Screenshot_20260421_0204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6900" y="2386896"/>
            <a:ext cx="1882375" cy="1914329"/>
          </a:xfrm>
          <a:prstGeom prst="rect">
            <a:avLst/>
          </a:prstGeom>
          <a:noFill/>
          <a:ln>
            <a:noFill/>
          </a:ln>
        </p:spPr>
      </p:pic>
      <p:sp>
        <p:nvSpPr>
          <p:cNvPr id="849" name="Google Shape;849;p59"/>
          <p:cNvSpPr txBox="1"/>
          <p:nvPr>
            <p:ph idx="2" type="title"/>
          </p:nvPr>
        </p:nvSpPr>
        <p:spPr>
          <a:xfrm>
            <a:off x="5789600" y="1147263"/>
            <a:ext cx="1509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Filter &amp; Prompt</a:t>
            </a:r>
            <a:endParaRPr sz="1500"/>
          </a:p>
        </p:txBody>
      </p:sp>
      <p:grpSp>
        <p:nvGrpSpPr>
          <p:cNvPr id="850" name="Google Shape;850;p59"/>
          <p:cNvGrpSpPr/>
          <p:nvPr/>
        </p:nvGrpSpPr>
        <p:grpSpPr>
          <a:xfrm>
            <a:off x="195864" y="1182525"/>
            <a:ext cx="4376043" cy="3939495"/>
            <a:chOff x="227492" y="1993675"/>
            <a:chExt cx="4291500" cy="2923125"/>
          </a:xfrm>
        </p:grpSpPr>
        <p:sp>
          <p:nvSpPr>
            <p:cNvPr id="851" name="Google Shape;851;p59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52" name="Google Shape;852;p59"/>
            <p:cNvSpPr/>
            <p:nvPr/>
          </p:nvSpPr>
          <p:spPr>
            <a:xfrm>
              <a:off x="391129" y="1993675"/>
              <a:ext cx="2055971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53" name="Google Shape;853;p59"/>
          <p:cNvSpPr txBox="1"/>
          <p:nvPr>
            <p:ph idx="2" type="title"/>
          </p:nvPr>
        </p:nvSpPr>
        <p:spPr>
          <a:xfrm>
            <a:off x="660650" y="1164987"/>
            <a:ext cx="1509300" cy="7452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Listen to events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Via GSI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</p:txBody>
      </p:sp>
      <p:cxnSp>
        <p:nvCxnSpPr>
          <p:cNvPr id="854" name="Google Shape;854;p59"/>
          <p:cNvCxnSpPr>
            <a:endCxn id="849" idx="1"/>
          </p:cNvCxnSpPr>
          <p:nvPr/>
        </p:nvCxnSpPr>
        <p:spPr>
          <a:xfrm flipH="1" rot="10800000">
            <a:off x="2116400" y="1335963"/>
            <a:ext cx="3673200" cy="2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855" name="Google Shape;855;p59" title="Screenshot_20260421_02423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725" y="2052450"/>
            <a:ext cx="1970024" cy="160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6" name="Google Shape;856;p59" title="Screenshot_20260421_02435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85199" y="1659388"/>
            <a:ext cx="2213400" cy="336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1" name="Google Shape;861;p60"/>
          <p:cNvGrpSpPr/>
          <p:nvPr/>
        </p:nvGrpSpPr>
        <p:grpSpPr>
          <a:xfrm>
            <a:off x="3605614" y="1095550"/>
            <a:ext cx="2550868" cy="3939479"/>
            <a:chOff x="227492" y="1993687"/>
            <a:chExt cx="4291500" cy="2923113"/>
          </a:xfrm>
        </p:grpSpPr>
        <p:sp>
          <p:nvSpPr>
            <p:cNvPr id="862" name="Google Shape;862;p60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63" name="Google Shape;863;p60"/>
            <p:cNvSpPr/>
            <p:nvPr/>
          </p:nvSpPr>
          <p:spPr>
            <a:xfrm>
              <a:off x="476789" y="1993687"/>
              <a:ext cx="272819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864" name="Google Shape;864;p60"/>
          <p:cNvGrpSpPr/>
          <p:nvPr/>
        </p:nvGrpSpPr>
        <p:grpSpPr>
          <a:xfrm>
            <a:off x="94300" y="1131775"/>
            <a:ext cx="3446075" cy="3939497"/>
            <a:chOff x="227492" y="1993674"/>
            <a:chExt cx="4291500" cy="2923126"/>
          </a:xfrm>
        </p:grpSpPr>
        <p:sp>
          <p:nvSpPr>
            <p:cNvPr id="865" name="Google Shape;865;p60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66" name="Google Shape;866;p60"/>
            <p:cNvSpPr/>
            <p:nvPr/>
          </p:nvSpPr>
          <p:spPr>
            <a:xfrm>
              <a:off x="346016" y="1993674"/>
              <a:ext cx="2564606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67" name="Google Shape;867;p60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68" name="Google Shape;868;p60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69" name="Google Shape;869;p60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70" name="Google Shape;870;p60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71" name="Google Shape;871;p60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872" name="Google Shape;872;p60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873" name="Google Shape;873;p60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874" name="Google Shape;874;p60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875" name="Google Shape;875;p60"/>
          <p:cNvSpPr txBox="1"/>
          <p:nvPr>
            <p:ph type="title"/>
          </p:nvPr>
        </p:nvSpPr>
        <p:spPr>
          <a:xfrm>
            <a:off x="604325" y="555525"/>
            <a:ext cx="7062000" cy="627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latin typeface="Neuton Light"/>
                <a:ea typeface="Neuton Light"/>
                <a:cs typeface="Neuton Light"/>
                <a:sym typeface="Neuton Light"/>
              </a:rPr>
              <a:t>My pipeline</a:t>
            </a:r>
            <a:endParaRPr/>
          </a:p>
        </p:txBody>
      </p:sp>
      <p:pic>
        <p:nvPicPr>
          <p:cNvPr id="876" name="Google Shape;876;p60" title="Screenshot_20260421_0202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475" y="1894550"/>
            <a:ext cx="930650" cy="307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7" name="Google Shape;877;p60" title="Screenshot_20260421_0204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46750" y="2325534"/>
            <a:ext cx="1882375" cy="1914329"/>
          </a:xfrm>
          <a:prstGeom prst="rect">
            <a:avLst/>
          </a:prstGeom>
          <a:noFill/>
          <a:ln>
            <a:noFill/>
          </a:ln>
        </p:spPr>
      </p:pic>
      <p:pic>
        <p:nvPicPr>
          <p:cNvPr id="878" name="Google Shape;878;p60" title="Screenshot_20260421_02115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92850" y="1592375"/>
            <a:ext cx="2379001" cy="156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9" name="Google Shape;879;p60" title="Screenshot_20260421_02145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86812" y="3339850"/>
            <a:ext cx="2379000" cy="483301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p60"/>
          <p:cNvSpPr txBox="1"/>
          <p:nvPr>
            <p:ph idx="2" type="title"/>
          </p:nvPr>
        </p:nvSpPr>
        <p:spPr>
          <a:xfrm>
            <a:off x="471975" y="1131763"/>
            <a:ext cx="1509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Filter &amp; Prompt</a:t>
            </a:r>
            <a:endParaRPr sz="1500"/>
          </a:p>
        </p:txBody>
      </p:sp>
      <p:sp>
        <p:nvSpPr>
          <p:cNvPr id="881" name="Google Shape;881;p60"/>
          <p:cNvSpPr txBox="1"/>
          <p:nvPr>
            <p:ph idx="2" type="title"/>
          </p:nvPr>
        </p:nvSpPr>
        <p:spPr>
          <a:xfrm>
            <a:off x="3973475" y="1095550"/>
            <a:ext cx="1305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Output Json</a:t>
            </a:r>
            <a:endParaRPr sz="1500"/>
          </a:p>
        </p:txBody>
      </p:sp>
      <p:cxnSp>
        <p:nvCxnSpPr>
          <p:cNvPr id="882" name="Google Shape;882;p60"/>
          <p:cNvCxnSpPr>
            <a:stCxn id="880" idx="3"/>
            <a:endCxn id="881" idx="1"/>
          </p:cNvCxnSpPr>
          <p:nvPr/>
        </p:nvCxnSpPr>
        <p:spPr>
          <a:xfrm flipH="1" rot="10800000">
            <a:off x="1981275" y="1284163"/>
            <a:ext cx="1992300" cy="36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7" name="Google Shape;887;p61"/>
          <p:cNvGrpSpPr/>
          <p:nvPr/>
        </p:nvGrpSpPr>
        <p:grpSpPr>
          <a:xfrm>
            <a:off x="6283422" y="1182525"/>
            <a:ext cx="2784754" cy="3939479"/>
            <a:chOff x="227492" y="1993687"/>
            <a:chExt cx="4291500" cy="2923113"/>
          </a:xfrm>
        </p:grpSpPr>
        <p:sp>
          <p:nvSpPr>
            <p:cNvPr id="888" name="Google Shape;888;p61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89" name="Google Shape;889;p61"/>
            <p:cNvSpPr/>
            <p:nvPr/>
          </p:nvSpPr>
          <p:spPr>
            <a:xfrm>
              <a:off x="316955" y="1993687"/>
              <a:ext cx="2901077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890" name="Google Shape;890;p61"/>
          <p:cNvGrpSpPr/>
          <p:nvPr/>
        </p:nvGrpSpPr>
        <p:grpSpPr>
          <a:xfrm>
            <a:off x="3605614" y="1095550"/>
            <a:ext cx="2550868" cy="3939479"/>
            <a:chOff x="227492" y="1993687"/>
            <a:chExt cx="4291500" cy="2923113"/>
          </a:xfrm>
        </p:grpSpPr>
        <p:sp>
          <p:nvSpPr>
            <p:cNvPr id="891" name="Google Shape;891;p61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92" name="Google Shape;892;p61"/>
            <p:cNvSpPr/>
            <p:nvPr/>
          </p:nvSpPr>
          <p:spPr>
            <a:xfrm>
              <a:off x="476789" y="1993687"/>
              <a:ext cx="272819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grpSp>
        <p:nvGrpSpPr>
          <p:cNvPr id="893" name="Google Shape;893;p61"/>
          <p:cNvGrpSpPr/>
          <p:nvPr/>
        </p:nvGrpSpPr>
        <p:grpSpPr>
          <a:xfrm>
            <a:off x="94300" y="1131775"/>
            <a:ext cx="3446075" cy="3939497"/>
            <a:chOff x="227492" y="1993674"/>
            <a:chExt cx="4291500" cy="2923126"/>
          </a:xfrm>
        </p:grpSpPr>
        <p:sp>
          <p:nvSpPr>
            <p:cNvPr id="894" name="Google Shape;894;p61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895" name="Google Shape;895;p61"/>
            <p:cNvSpPr/>
            <p:nvPr/>
          </p:nvSpPr>
          <p:spPr>
            <a:xfrm>
              <a:off x="346016" y="1993674"/>
              <a:ext cx="2564606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896" name="Google Shape;896;p61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97" name="Google Shape;897;p61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98" name="Google Shape;898;p61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899" name="Google Shape;899;p61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00" name="Google Shape;900;p61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01" name="Google Shape;901;p61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902" name="Google Shape;902;p61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903" name="Google Shape;903;p61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904" name="Google Shape;904;p61"/>
          <p:cNvSpPr txBox="1"/>
          <p:nvPr>
            <p:ph type="title"/>
          </p:nvPr>
        </p:nvSpPr>
        <p:spPr>
          <a:xfrm>
            <a:off x="604325" y="555525"/>
            <a:ext cx="7062000" cy="627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latin typeface="Neuton Light"/>
                <a:ea typeface="Neuton Light"/>
                <a:cs typeface="Neuton Light"/>
                <a:sym typeface="Neuton Light"/>
              </a:rPr>
              <a:t>My pipeline</a:t>
            </a:r>
            <a:endParaRPr/>
          </a:p>
        </p:txBody>
      </p:sp>
      <p:pic>
        <p:nvPicPr>
          <p:cNvPr id="905" name="Google Shape;905;p61" title="Screenshot_20260421_0202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475" y="1894550"/>
            <a:ext cx="930650" cy="307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6" name="Google Shape;906;p61" title="Screenshot_20260421_0204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8250" y="2318346"/>
            <a:ext cx="1882375" cy="19143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7" name="Google Shape;907;p61" title="Screenshot_20260421_02115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92850" y="1592375"/>
            <a:ext cx="2379001" cy="1562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8" name="Google Shape;908;p61" title="Screenshot_20260421_021459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86812" y="3339850"/>
            <a:ext cx="2379000" cy="48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9" name="Google Shape;909;p61" title="Screenshot_20260421_022021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41481" y="3354648"/>
            <a:ext cx="2666968" cy="1325475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61"/>
          <p:cNvSpPr txBox="1"/>
          <p:nvPr>
            <p:ph idx="2" type="title"/>
          </p:nvPr>
        </p:nvSpPr>
        <p:spPr>
          <a:xfrm>
            <a:off x="471975" y="1131763"/>
            <a:ext cx="1509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Filter &amp; Prompt</a:t>
            </a:r>
            <a:endParaRPr sz="1500"/>
          </a:p>
        </p:txBody>
      </p:sp>
      <p:sp>
        <p:nvSpPr>
          <p:cNvPr id="911" name="Google Shape;911;p61"/>
          <p:cNvSpPr txBox="1"/>
          <p:nvPr>
            <p:ph idx="2" type="title"/>
          </p:nvPr>
        </p:nvSpPr>
        <p:spPr>
          <a:xfrm>
            <a:off x="3973475" y="1095550"/>
            <a:ext cx="1305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Output Json</a:t>
            </a:r>
            <a:endParaRPr sz="1500"/>
          </a:p>
        </p:txBody>
      </p:sp>
      <p:sp>
        <p:nvSpPr>
          <p:cNvPr id="912" name="Google Shape;912;p61"/>
          <p:cNvSpPr txBox="1"/>
          <p:nvPr>
            <p:ph idx="2" type="title"/>
          </p:nvPr>
        </p:nvSpPr>
        <p:spPr>
          <a:xfrm>
            <a:off x="6561400" y="1182525"/>
            <a:ext cx="1440300" cy="3774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Queue for TTS</a:t>
            </a:r>
            <a:endParaRPr sz="1500"/>
          </a:p>
        </p:txBody>
      </p:sp>
      <p:cxnSp>
        <p:nvCxnSpPr>
          <p:cNvPr id="913" name="Google Shape;913;p61"/>
          <p:cNvCxnSpPr>
            <a:stCxn id="910" idx="3"/>
            <a:endCxn id="911" idx="1"/>
          </p:cNvCxnSpPr>
          <p:nvPr/>
        </p:nvCxnSpPr>
        <p:spPr>
          <a:xfrm flipH="1" rot="10800000">
            <a:off x="1981275" y="1284163"/>
            <a:ext cx="1992300" cy="36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4" name="Google Shape;914;p61"/>
          <p:cNvCxnSpPr>
            <a:stCxn id="911" idx="3"/>
            <a:endCxn id="912" idx="1"/>
          </p:cNvCxnSpPr>
          <p:nvPr/>
        </p:nvCxnSpPr>
        <p:spPr>
          <a:xfrm>
            <a:off x="5278775" y="1284250"/>
            <a:ext cx="1282500" cy="87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915" name="Google Shape;915;p61" title="Screenshot_20260421_032810.png"/>
          <p:cNvPicPr preferRelativeResize="0"/>
          <p:nvPr/>
        </p:nvPicPr>
        <p:blipFill rotWithShape="1">
          <a:blip r:embed="rId8">
            <a:alphaModFix/>
          </a:blip>
          <a:srcRect b="32144" l="0" r="0" t="0"/>
          <a:stretch/>
        </p:blipFill>
        <p:spPr>
          <a:xfrm>
            <a:off x="6376050" y="1653325"/>
            <a:ext cx="2583750" cy="1607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62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21" name="Google Shape;921;p6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22" name="Google Shape;922;p6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23" name="Google Shape;923;p6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24" name="Google Shape;924;p62"/>
          <p:cNvSpPr txBox="1"/>
          <p:nvPr>
            <p:ph type="title"/>
          </p:nvPr>
        </p:nvSpPr>
        <p:spPr>
          <a:xfrm>
            <a:off x="4228867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25" name="Google Shape;925;p62"/>
          <p:cNvSpPr txBox="1"/>
          <p:nvPr>
            <p:ph idx="2"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926" name="Google Shape;926;p62"/>
          <p:cNvSpPr txBox="1"/>
          <p:nvPr>
            <p:ph idx="3" type="title"/>
          </p:nvPr>
        </p:nvSpPr>
        <p:spPr>
          <a:xfrm>
            <a:off x="1314610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927" name="Google Shape;927;p62"/>
          <p:cNvSpPr txBox="1"/>
          <p:nvPr>
            <p:ph idx="4"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928" name="Google Shape;928;p62"/>
          <p:cNvSpPr txBox="1"/>
          <p:nvPr>
            <p:ph type="title"/>
          </p:nvPr>
        </p:nvSpPr>
        <p:spPr>
          <a:xfrm>
            <a:off x="604325" y="555525"/>
            <a:ext cx="7062000" cy="627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latin typeface="Neuton Light"/>
                <a:ea typeface="Neuton Light"/>
                <a:cs typeface="Neuton Light"/>
                <a:sym typeface="Neuton Light"/>
              </a:rPr>
              <a:t>Voices cloned</a:t>
            </a:r>
            <a:endParaRPr/>
          </a:p>
        </p:txBody>
      </p:sp>
      <p:sp>
        <p:nvSpPr>
          <p:cNvPr id="929" name="Google Shape;929;p62"/>
          <p:cNvSpPr txBox="1"/>
          <p:nvPr>
            <p:ph idx="2" type="title"/>
          </p:nvPr>
        </p:nvSpPr>
        <p:spPr>
          <a:xfrm>
            <a:off x="604325" y="1586097"/>
            <a:ext cx="1011900" cy="3247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Turrets</a:t>
            </a:r>
            <a:endParaRPr sz="1500"/>
          </a:p>
        </p:txBody>
      </p:sp>
      <p:pic>
        <p:nvPicPr>
          <p:cNvPr id="930" name="Google Shape;930;p62" title="maxresdefaul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6375" y="1586100"/>
            <a:ext cx="2443424" cy="1374424"/>
          </a:xfrm>
          <a:prstGeom prst="rect">
            <a:avLst/>
          </a:prstGeom>
          <a:noFill/>
          <a:ln>
            <a:noFill/>
          </a:ln>
        </p:spPr>
      </p:pic>
      <p:sp>
        <p:nvSpPr>
          <p:cNvPr id="931" name="Google Shape;931;p62"/>
          <p:cNvSpPr txBox="1"/>
          <p:nvPr>
            <p:ph idx="2" type="title"/>
          </p:nvPr>
        </p:nvSpPr>
        <p:spPr>
          <a:xfrm>
            <a:off x="4121775" y="1546625"/>
            <a:ext cx="1157100" cy="32475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Announcer</a:t>
            </a:r>
            <a:endParaRPr sz="1500"/>
          </a:p>
        </p:txBody>
      </p:sp>
      <p:pic>
        <p:nvPicPr>
          <p:cNvPr id="932" name="Google Shape;932;p62" title="250px-Joe_Micheal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000" y="1586100"/>
            <a:ext cx="2381250" cy="2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3" name="Google Shape;933;p62" title="images.jpe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46378" y="2960525"/>
            <a:ext cx="3490500" cy="196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4" name="Google Shape;934;p62" title="announcer E0.wav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972975" y="27767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5" name="Google Shape;935;p62" title="turret E0.wav">
            <a:hlinkClick r:id="rId8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7200" y="2657525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63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41" name="Google Shape;941;p63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42" name="Google Shape;942;p63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43" name="Google Shape;943;p63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44" name="Google Shape;944;p63"/>
          <p:cNvSpPr txBox="1"/>
          <p:nvPr>
            <p:ph idx="5" type="subTitle"/>
          </p:nvPr>
        </p:nvSpPr>
        <p:spPr>
          <a:xfrm>
            <a:off x="392000" y="4601800"/>
            <a:ext cx="9165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800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45" name="Google Shape;945;p63"/>
          <p:cNvSpPr txBox="1"/>
          <p:nvPr>
            <p:ph idx="6" type="subTitle"/>
          </p:nvPr>
        </p:nvSpPr>
        <p:spPr>
          <a:xfrm>
            <a:off x="1390838" y="4601800"/>
            <a:ext cx="9165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46" name="Google Shape;946;p63"/>
          <p:cNvSpPr txBox="1"/>
          <p:nvPr>
            <p:ph idx="7" type="subTitle"/>
          </p:nvPr>
        </p:nvSpPr>
        <p:spPr>
          <a:xfrm>
            <a:off x="2389500" y="4602800"/>
            <a:ext cx="903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47" name="Google Shape;947;p63"/>
          <p:cNvSpPr txBox="1"/>
          <p:nvPr>
            <p:ph idx="8" type="subTitle"/>
          </p:nvPr>
        </p:nvSpPr>
        <p:spPr>
          <a:xfrm>
            <a:off x="3388150" y="4601800"/>
            <a:ext cx="9603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48" name="Google Shape;948;p63"/>
          <p:cNvSpPr txBox="1"/>
          <p:nvPr>
            <p:ph idx="9" type="subTitle"/>
          </p:nvPr>
        </p:nvSpPr>
        <p:spPr>
          <a:xfrm>
            <a:off x="392025" y="4022425"/>
            <a:ext cx="916500" cy="579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3000"/>
              <a:buNone/>
            </a:pPr>
            <a:r>
              <a:rPr lang="en"/>
              <a:t>00%</a:t>
            </a:r>
            <a:endParaRPr/>
          </a:p>
        </p:txBody>
      </p:sp>
      <p:sp>
        <p:nvSpPr>
          <p:cNvPr id="949" name="Google Shape;949;p63"/>
          <p:cNvSpPr txBox="1"/>
          <p:nvPr>
            <p:ph idx="13" type="subTitle"/>
          </p:nvPr>
        </p:nvSpPr>
        <p:spPr>
          <a:xfrm>
            <a:off x="1391050" y="3875575"/>
            <a:ext cx="916500" cy="726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3000"/>
              <a:buNone/>
            </a:pPr>
            <a:r>
              <a:rPr lang="en"/>
              <a:t>00%</a:t>
            </a:r>
            <a:endParaRPr/>
          </a:p>
        </p:txBody>
      </p:sp>
      <p:sp>
        <p:nvSpPr>
          <p:cNvPr id="950" name="Google Shape;950;p63"/>
          <p:cNvSpPr txBox="1"/>
          <p:nvPr>
            <p:ph idx="14" type="subTitle"/>
          </p:nvPr>
        </p:nvSpPr>
        <p:spPr>
          <a:xfrm>
            <a:off x="2390200" y="3875575"/>
            <a:ext cx="916500" cy="726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3000"/>
              <a:buNone/>
            </a:pPr>
            <a:r>
              <a:rPr lang="en"/>
              <a:t>00%</a:t>
            </a:r>
            <a:endParaRPr/>
          </a:p>
        </p:txBody>
      </p:sp>
      <p:sp>
        <p:nvSpPr>
          <p:cNvPr id="951" name="Google Shape;951;p63"/>
          <p:cNvSpPr txBox="1"/>
          <p:nvPr>
            <p:ph idx="15" type="subTitle"/>
          </p:nvPr>
        </p:nvSpPr>
        <p:spPr>
          <a:xfrm>
            <a:off x="3394525" y="4022425"/>
            <a:ext cx="954000" cy="579600"/>
          </a:xfrm>
          <a:prstGeom prst="rect">
            <a:avLst/>
          </a:prstGeom>
        </p:spPr>
        <p:txBody>
          <a:bodyPr anchorCtr="0" anchor="b" bIns="0" lIns="54000" spcFirstLastPara="1" rIns="0" wrap="square" tIns="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3000"/>
              <a:buNone/>
            </a:pPr>
            <a:r>
              <a:rPr lang="en"/>
              <a:t>00%</a:t>
            </a:r>
            <a:endParaRPr/>
          </a:p>
        </p:txBody>
      </p:sp>
      <p:sp>
        <p:nvSpPr>
          <p:cNvPr id="952" name="Google Shape;952;p63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953" name="Google Shape;953;p63"/>
          <p:cNvSpPr txBox="1"/>
          <p:nvPr>
            <p:ph idx="2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54" name="Google Shape;954;p63"/>
          <p:cNvSpPr txBox="1"/>
          <p:nvPr>
            <p:ph idx="3" type="subTitle"/>
          </p:nvPr>
        </p:nvSpPr>
        <p:spPr>
          <a:xfrm>
            <a:off x="57241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955" name="Google Shape;955;p63"/>
          <p:cNvSpPr txBox="1"/>
          <p:nvPr>
            <p:ph type="title"/>
          </p:nvPr>
        </p:nvSpPr>
        <p:spPr>
          <a:xfrm>
            <a:off x="2777959" y="131799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956" name="Google Shape;956;p63"/>
          <p:cNvSpPr txBox="1"/>
          <p:nvPr>
            <p:ph idx="17" type="subTitle"/>
          </p:nvPr>
        </p:nvSpPr>
        <p:spPr>
          <a:xfrm>
            <a:off x="5401957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57" name="Google Shape;957;p63"/>
          <p:cNvSpPr txBox="1"/>
          <p:nvPr>
            <p:ph idx="18" type="subTitle"/>
          </p:nvPr>
        </p:nvSpPr>
        <p:spPr>
          <a:xfrm>
            <a:off x="6104132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58" name="Google Shape;958;p63"/>
          <p:cNvSpPr txBox="1"/>
          <p:nvPr>
            <p:ph idx="19" type="subTitle"/>
          </p:nvPr>
        </p:nvSpPr>
        <p:spPr>
          <a:xfrm>
            <a:off x="6811663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59" name="Google Shape;959;p63"/>
          <p:cNvSpPr txBox="1"/>
          <p:nvPr>
            <p:ph idx="20" type="subTitle"/>
          </p:nvPr>
        </p:nvSpPr>
        <p:spPr>
          <a:xfrm>
            <a:off x="8220182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60" name="Google Shape;960;p63"/>
          <p:cNvSpPr txBox="1"/>
          <p:nvPr>
            <p:ph idx="21" type="subTitle"/>
          </p:nvPr>
        </p:nvSpPr>
        <p:spPr>
          <a:xfrm>
            <a:off x="7516525" y="4602450"/>
            <a:ext cx="507600" cy="183600"/>
          </a:xfrm>
          <a:prstGeom prst="rect">
            <a:avLst/>
          </a:prstGeom>
        </p:spPr>
        <p:txBody>
          <a:bodyPr anchorCtr="0" anchor="t" bIns="0" lIns="0" spcFirstLastPara="1" rIns="0" wrap="square" tIns="54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Metric</a:t>
            </a:r>
            <a:endParaRPr/>
          </a:p>
        </p:txBody>
      </p:sp>
      <p:sp>
        <p:nvSpPr>
          <p:cNvPr id="961" name="Google Shape;961;p63"/>
          <p:cNvSpPr txBox="1"/>
          <p:nvPr>
            <p:ph idx="22" type="subTitle"/>
          </p:nvPr>
        </p:nvSpPr>
        <p:spPr>
          <a:xfrm>
            <a:off x="4695907" y="405935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fontScale="92500" lnSpcReduction="20000"/>
          </a:bodyPr>
          <a:lstStyle/>
          <a:p>
            <a:pPr indent="0" lvl="0" marL="0" marR="35999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Arial"/>
              <a:buNone/>
            </a:pPr>
            <a:r>
              <a:rPr lang="en"/>
              <a:t>$00</a:t>
            </a:r>
            <a:endParaRPr/>
          </a:p>
        </p:txBody>
      </p:sp>
      <p:sp>
        <p:nvSpPr>
          <p:cNvPr id="962" name="Google Shape;962;p63"/>
          <p:cNvSpPr txBox="1"/>
          <p:nvPr>
            <p:ph idx="23" type="subTitle"/>
          </p:nvPr>
        </p:nvSpPr>
        <p:spPr>
          <a:xfrm>
            <a:off x="4695907" y="4358875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fontScale="92500" lnSpcReduction="20000"/>
          </a:bodyPr>
          <a:lstStyle/>
          <a:p>
            <a:pPr indent="0" lvl="0" marL="0" marR="35999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Arial"/>
              <a:buNone/>
            </a:pPr>
            <a:r>
              <a:rPr lang="en"/>
              <a:t>$00</a:t>
            </a:r>
            <a:endParaRPr/>
          </a:p>
        </p:txBody>
      </p:sp>
      <p:grpSp>
        <p:nvGrpSpPr>
          <p:cNvPr id="963" name="Google Shape;963;p63"/>
          <p:cNvGrpSpPr/>
          <p:nvPr/>
        </p:nvGrpSpPr>
        <p:grpSpPr>
          <a:xfrm>
            <a:off x="227492" y="1993681"/>
            <a:ext cx="4291500" cy="2923119"/>
            <a:chOff x="227492" y="1993681"/>
            <a:chExt cx="4291500" cy="2923119"/>
          </a:xfrm>
        </p:grpSpPr>
        <p:sp>
          <p:nvSpPr>
            <p:cNvPr id="964" name="Google Shape;964;p63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965" name="Google Shape;965;p63"/>
            <p:cNvSpPr/>
            <p:nvPr/>
          </p:nvSpPr>
          <p:spPr>
            <a:xfrm>
              <a:off x="476806" y="1993681"/>
              <a:ext cx="179736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966" name="Google Shape;966;p63"/>
          <p:cNvSpPr txBox="1"/>
          <p:nvPr>
            <p:ph idx="25" type="subTitle"/>
          </p:nvPr>
        </p:nvSpPr>
        <p:spPr>
          <a:xfrm>
            <a:off x="4695907" y="3777850"/>
            <a:ext cx="309600" cy="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 fontScale="92500" lnSpcReduction="20000"/>
          </a:bodyPr>
          <a:lstStyle/>
          <a:p>
            <a:pPr indent="0" lvl="0" marL="0" marR="35999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Arial"/>
              <a:buNone/>
            </a:pPr>
            <a:r>
              <a:rPr lang="en"/>
              <a:t>$00</a:t>
            </a:r>
            <a:endParaRPr/>
          </a:p>
        </p:txBody>
      </p:sp>
      <p:sp>
        <p:nvSpPr>
          <p:cNvPr id="967" name="Google Shape;967;p63"/>
          <p:cNvSpPr txBox="1"/>
          <p:nvPr>
            <p:ph idx="4294967295" type="subTitle"/>
          </p:nvPr>
        </p:nvSpPr>
        <p:spPr>
          <a:xfrm>
            <a:off x="7549950" y="3447125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968" name="Google Shape;968;p63"/>
          <p:cNvSpPr txBox="1"/>
          <p:nvPr>
            <p:ph idx="4294967295" type="subTitle"/>
          </p:nvPr>
        </p:nvSpPr>
        <p:spPr>
          <a:xfrm>
            <a:off x="6847775" y="3611875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grpSp>
        <p:nvGrpSpPr>
          <p:cNvPr id="969" name="Google Shape;969;p63"/>
          <p:cNvGrpSpPr/>
          <p:nvPr/>
        </p:nvGrpSpPr>
        <p:grpSpPr>
          <a:xfrm>
            <a:off x="4626530" y="1993668"/>
            <a:ext cx="4291500" cy="2923119"/>
            <a:chOff x="227492" y="1993681"/>
            <a:chExt cx="4291500" cy="2923119"/>
          </a:xfrm>
        </p:grpSpPr>
        <p:sp>
          <p:nvSpPr>
            <p:cNvPr id="970" name="Google Shape;970;p63"/>
            <p:cNvSpPr/>
            <p:nvPr/>
          </p:nvSpPr>
          <p:spPr>
            <a:xfrm rot="5400000">
              <a:off x="1052792" y="1450600"/>
              <a:ext cx="2640900" cy="4291500"/>
            </a:xfrm>
            <a:prstGeom prst="roundRect">
              <a:avLst>
                <a:gd fmla="val 5925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971" name="Google Shape;971;p63"/>
            <p:cNvSpPr/>
            <p:nvPr/>
          </p:nvSpPr>
          <p:spPr>
            <a:xfrm>
              <a:off x="476806" y="1993681"/>
              <a:ext cx="1797368" cy="288079"/>
            </a:xfrm>
            <a:custGeom>
              <a:rect b="b" l="l" r="r" t="t"/>
              <a:pathLst>
                <a:path extrusionOk="0" h="45745" w="285750">
                  <a:moveTo>
                    <a:pt x="85067" y="0"/>
                  </a:moveTo>
                  <a:lnTo>
                    <a:pt x="82600" y="39"/>
                  </a:lnTo>
                  <a:lnTo>
                    <a:pt x="80250" y="196"/>
                  </a:lnTo>
                  <a:lnTo>
                    <a:pt x="78017" y="392"/>
                  </a:lnTo>
                  <a:lnTo>
                    <a:pt x="75824" y="666"/>
                  </a:lnTo>
                  <a:lnTo>
                    <a:pt x="73748" y="1057"/>
                  </a:lnTo>
                  <a:lnTo>
                    <a:pt x="71751" y="1449"/>
                  </a:lnTo>
                  <a:lnTo>
                    <a:pt x="69871" y="1958"/>
                  </a:lnTo>
                  <a:lnTo>
                    <a:pt x="68030" y="2467"/>
                  </a:lnTo>
                  <a:lnTo>
                    <a:pt x="66307" y="3055"/>
                  </a:lnTo>
                  <a:lnTo>
                    <a:pt x="64662" y="3682"/>
                  </a:lnTo>
                  <a:lnTo>
                    <a:pt x="63095" y="4347"/>
                  </a:lnTo>
                  <a:lnTo>
                    <a:pt x="61607" y="5013"/>
                  </a:lnTo>
                  <a:lnTo>
                    <a:pt x="60197" y="5757"/>
                  </a:lnTo>
                  <a:lnTo>
                    <a:pt x="58905" y="6462"/>
                  </a:lnTo>
                  <a:lnTo>
                    <a:pt x="57651" y="7206"/>
                  </a:lnTo>
                  <a:lnTo>
                    <a:pt x="56476" y="7951"/>
                  </a:lnTo>
                  <a:lnTo>
                    <a:pt x="55419" y="8695"/>
                  </a:lnTo>
                  <a:lnTo>
                    <a:pt x="54401" y="9439"/>
                  </a:lnTo>
                  <a:lnTo>
                    <a:pt x="53461" y="10144"/>
                  </a:lnTo>
                  <a:lnTo>
                    <a:pt x="52599" y="10888"/>
                  </a:lnTo>
                  <a:lnTo>
                    <a:pt x="51816" y="11554"/>
                  </a:lnTo>
                  <a:lnTo>
                    <a:pt x="51111" y="12220"/>
                  </a:lnTo>
                  <a:lnTo>
                    <a:pt x="49897" y="13434"/>
                  </a:lnTo>
                  <a:lnTo>
                    <a:pt x="48996" y="14452"/>
                  </a:lnTo>
                  <a:lnTo>
                    <a:pt x="48330" y="15235"/>
                  </a:lnTo>
                  <a:lnTo>
                    <a:pt x="47821" y="15901"/>
                  </a:lnTo>
                  <a:lnTo>
                    <a:pt x="33447" y="32390"/>
                  </a:lnTo>
                  <a:lnTo>
                    <a:pt x="32429" y="33369"/>
                  </a:lnTo>
                  <a:lnTo>
                    <a:pt x="31371" y="34348"/>
                  </a:lnTo>
                  <a:lnTo>
                    <a:pt x="30314" y="35249"/>
                  </a:lnTo>
                  <a:lnTo>
                    <a:pt x="29217" y="36110"/>
                  </a:lnTo>
                  <a:lnTo>
                    <a:pt x="28160" y="36933"/>
                  </a:lnTo>
                  <a:lnTo>
                    <a:pt x="27063" y="37677"/>
                  </a:lnTo>
                  <a:lnTo>
                    <a:pt x="25967" y="38421"/>
                  </a:lnTo>
                  <a:lnTo>
                    <a:pt x="24870" y="39087"/>
                  </a:lnTo>
                  <a:lnTo>
                    <a:pt x="23773" y="39753"/>
                  </a:lnTo>
                  <a:lnTo>
                    <a:pt x="22677" y="40340"/>
                  </a:lnTo>
                  <a:lnTo>
                    <a:pt x="21580" y="40889"/>
                  </a:lnTo>
                  <a:lnTo>
                    <a:pt x="20483" y="41437"/>
                  </a:lnTo>
                  <a:lnTo>
                    <a:pt x="19348" y="41907"/>
                  </a:lnTo>
                  <a:lnTo>
                    <a:pt x="18251" y="42377"/>
                  </a:lnTo>
                  <a:lnTo>
                    <a:pt x="17154" y="42768"/>
                  </a:lnTo>
                  <a:lnTo>
                    <a:pt x="16058" y="43160"/>
                  </a:lnTo>
                  <a:lnTo>
                    <a:pt x="14961" y="43513"/>
                  </a:lnTo>
                  <a:lnTo>
                    <a:pt x="13865" y="43826"/>
                  </a:lnTo>
                  <a:lnTo>
                    <a:pt x="12807" y="44139"/>
                  </a:lnTo>
                  <a:lnTo>
                    <a:pt x="11750" y="44374"/>
                  </a:lnTo>
                  <a:lnTo>
                    <a:pt x="10692" y="44609"/>
                  </a:lnTo>
                  <a:lnTo>
                    <a:pt x="9635" y="44844"/>
                  </a:lnTo>
                  <a:lnTo>
                    <a:pt x="7559" y="45197"/>
                  </a:lnTo>
                  <a:lnTo>
                    <a:pt x="5561" y="45432"/>
                  </a:lnTo>
                  <a:lnTo>
                    <a:pt x="3642" y="45588"/>
                  </a:lnTo>
                  <a:lnTo>
                    <a:pt x="1762" y="45706"/>
                  </a:lnTo>
                  <a:lnTo>
                    <a:pt x="0" y="45745"/>
                  </a:lnTo>
                  <a:lnTo>
                    <a:pt x="285750" y="45745"/>
                  </a:lnTo>
                  <a:lnTo>
                    <a:pt x="283988" y="45706"/>
                  </a:lnTo>
                  <a:lnTo>
                    <a:pt x="282108" y="45588"/>
                  </a:lnTo>
                  <a:lnTo>
                    <a:pt x="280189" y="45432"/>
                  </a:lnTo>
                  <a:lnTo>
                    <a:pt x="278191" y="45197"/>
                  </a:lnTo>
                  <a:lnTo>
                    <a:pt x="276115" y="44844"/>
                  </a:lnTo>
                  <a:lnTo>
                    <a:pt x="275097" y="44609"/>
                  </a:lnTo>
                  <a:lnTo>
                    <a:pt x="274000" y="44374"/>
                  </a:lnTo>
                  <a:lnTo>
                    <a:pt x="272943" y="44139"/>
                  </a:lnTo>
                  <a:lnTo>
                    <a:pt x="271886" y="43826"/>
                  </a:lnTo>
                  <a:lnTo>
                    <a:pt x="270789" y="43513"/>
                  </a:lnTo>
                  <a:lnTo>
                    <a:pt x="269692" y="43160"/>
                  </a:lnTo>
                  <a:lnTo>
                    <a:pt x="268596" y="42768"/>
                  </a:lnTo>
                  <a:lnTo>
                    <a:pt x="267499" y="42377"/>
                  </a:lnTo>
                  <a:lnTo>
                    <a:pt x="266402" y="41907"/>
                  </a:lnTo>
                  <a:lnTo>
                    <a:pt x="265306" y="41437"/>
                  </a:lnTo>
                  <a:lnTo>
                    <a:pt x="264170" y="40889"/>
                  </a:lnTo>
                  <a:lnTo>
                    <a:pt x="263073" y="40340"/>
                  </a:lnTo>
                  <a:lnTo>
                    <a:pt x="261977" y="39753"/>
                  </a:lnTo>
                  <a:lnTo>
                    <a:pt x="260880" y="39087"/>
                  </a:lnTo>
                  <a:lnTo>
                    <a:pt x="259783" y="38421"/>
                  </a:lnTo>
                  <a:lnTo>
                    <a:pt x="258687" y="37677"/>
                  </a:lnTo>
                  <a:lnTo>
                    <a:pt x="257590" y="36933"/>
                  </a:lnTo>
                  <a:lnTo>
                    <a:pt x="256533" y="36110"/>
                  </a:lnTo>
                  <a:lnTo>
                    <a:pt x="255436" y="35249"/>
                  </a:lnTo>
                  <a:lnTo>
                    <a:pt x="254379" y="34348"/>
                  </a:lnTo>
                  <a:lnTo>
                    <a:pt x="253321" y="33369"/>
                  </a:lnTo>
                  <a:lnTo>
                    <a:pt x="252303" y="32390"/>
                  </a:lnTo>
                  <a:lnTo>
                    <a:pt x="237929" y="15901"/>
                  </a:lnTo>
                  <a:lnTo>
                    <a:pt x="237420" y="15235"/>
                  </a:lnTo>
                  <a:lnTo>
                    <a:pt x="236754" y="14452"/>
                  </a:lnTo>
                  <a:lnTo>
                    <a:pt x="235853" y="13434"/>
                  </a:lnTo>
                  <a:lnTo>
                    <a:pt x="234639" y="12220"/>
                  </a:lnTo>
                  <a:lnTo>
                    <a:pt x="233934" y="11554"/>
                  </a:lnTo>
                  <a:lnTo>
                    <a:pt x="233151" y="10888"/>
                  </a:lnTo>
                  <a:lnTo>
                    <a:pt x="232289" y="10144"/>
                  </a:lnTo>
                  <a:lnTo>
                    <a:pt x="231349" y="9439"/>
                  </a:lnTo>
                  <a:lnTo>
                    <a:pt x="230370" y="8695"/>
                  </a:lnTo>
                  <a:lnTo>
                    <a:pt x="229274" y="7951"/>
                  </a:lnTo>
                  <a:lnTo>
                    <a:pt x="228099" y="7206"/>
                  </a:lnTo>
                  <a:lnTo>
                    <a:pt x="226885" y="6462"/>
                  </a:lnTo>
                  <a:lnTo>
                    <a:pt x="225553" y="5757"/>
                  </a:lnTo>
                  <a:lnTo>
                    <a:pt x="224143" y="5013"/>
                  </a:lnTo>
                  <a:lnTo>
                    <a:pt x="222655" y="4347"/>
                  </a:lnTo>
                  <a:lnTo>
                    <a:pt x="221088" y="3682"/>
                  </a:lnTo>
                  <a:lnTo>
                    <a:pt x="219443" y="3055"/>
                  </a:lnTo>
                  <a:lnTo>
                    <a:pt x="217720" y="2467"/>
                  </a:lnTo>
                  <a:lnTo>
                    <a:pt x="215879" y="1958"/>
                  </a:lnTo>
                  <a:lnTo>
                    <a:pt x="213999" y="1449"/>
                  </a:lnTo>
                  <a:lnTo>
                    <a:pt x="212002" y="1057"/>
                  </a:lnTo>
                  <a:lnTo>
                    <a:pt x="209926" y="666"/>
                  </a:lnTo>
                  <a:lnTo>
                    <a:pt x="207733" y="392"/>
                  </a:lnTo>
                  <a:lnTo>
                    <a:pt x="205500" y="196"/>
                  </a:lnTo>
                  <a:lnTo>
                    <a:pt x="203150" y="39"/>
                  </a:lnTo>
                  <a:lnTo>
                    <a:pt x="20068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972" name="Google Shape;972;p63"/>
          <p:cNvSpPr txBox="1"/>
          <p:nvPr>
            <p:ph idx="4294967295" type="subTitle"/>
          </p:nvPr>
        </p:nvSpPr>
        <p:spPr>
          <a:xfrm>
            <a:off x="6142300" y="3936100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973" name="Google Shape;973;p63"/>
          <p:cNvSpPr txBox="1"/>
          <p:nvPr>
            <p:ph idx="4294967295" type="subTitle"/>
          </p:nvPr>
        </p:nvSpPr>
        <p:spPr>
          <a:xfrm>
            <a:off x="5424800" y="4152425"/>
            <a:ext cx="4248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974" name="Google Shape;974;p63"/>
          <p:cNvSpPr txBox="1"/>
          <p:nvPr>
            <p:ph idx="4294967295" type="subTitle"/>
          </p:nvPr>
        </p:nvSpPr>
        <p:spPr>
          <a:xfrm>
            <a:off x="8245250" y="3349125"/>
            <a:ext cx="444900" cy="1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" sz="600">
                <a:solidFill>
                  <a:schemeClr val="dk2"/>
                </a:solidFill>
              </a:rPr>
              <a:t>$0M</a:t>
            </a:r>
            <a:endParaRPr sz="600">
              <a:solidFill>
                <a:schemeClr val="dk2"/>
              </a:solidFill>
            </a:endParaRPr>
          </a:p>
        </p:txBody>
      </p:sp>
      <p:sp>
        <p:nvSpPr>
          <p:cNvPr id="975" name="Google Shape;975;p63"/>
          <p:cNvSpPr txBox="1"/>
          <p:nvPr>
            <p:ph idx="4294967295" type="title"/>
          </p:nvPr>
        </p:nvSpPr>
        <p:spPr>
          <a:xfrm>
            <a:off x="596525" y="753325"/>
            <a:ext cx="8172300" cy="6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Events: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sp>
        <p:nvSpPr>
          <p:cNvPr id="976" name="Google Shape;976;p63"/>
          <p:cNvSpPr txBox="1"/>
          <p:nvPr/>
        </p:nvSpPr>
        <p:spPr>
          <a:xfrm>
            <a:off x="473275" y="2473625"/>
            <a:ext cx="4022400" cy="23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rPr>
              <a:t>kill, grenade, round completion</a:t>
            </a:r>
            <a:endParaRPr sz="1000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77" name="Google Shape;977;p63"/>
          <p:cNvSpPr txBox="1"/>
          <p:nvPr/>
        </p:nvSpPr>
        <p:spPr>
          <a:xfrm>
            <a:off x="4761075" y="2500525"/>
            <a:ext cx="4022400" cy="23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4000">
                <a:solidFill>
                  <a:schemeClr val="dk1"/>
                </a:solidFill>
                <a:latin typeface="Neuton Light"/>
                <a:ea typeface="Neuton Light"/>
                <a:cs typeface="Neuton Light"/>
                <a:sym typeface="Neuton Light"/>
              </a:rPr>
              <a:t>Insert vid here</a:t>
            </a:r>
            <a:endParaRPr sz="1000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978" name="Google Shape;978;p63" title="voices dem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9025" y="1206100"/>
            <a:ext cx="6699749" cy="376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64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84" name="Google Shape;984;p64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85" name="Google Shape;985;p64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86" name="Google Shape;986;p64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987" name="Google Shape;987;p64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8" name="Google Shape;988;p64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I learned</a:t>
            </a:r>
            <a:endParaRPr/>
          </a:p>
        </p:txBody>
      </p:sp>
      <p:sp>
        <p:nvSpPr>
          <p:cNvPr id="989" name="Google Shape;989;p64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990" name="Google Shape;990;p64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991" name="Google Shape;991;p64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92" name="Google Shape;992;p64"/>
          <p:cNvSpPr txBox="1"/>
          <p:nvPr>
            <p:ph idx="5" type="subTitle"/>
          </p:nvPr>
        </p:nvSpPr>
        <p:spPr>
          <a:xfrm>
            <a:off x="116375" y="1663775"/>
            <a:ext cx="8536500" cy="30129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A lot can be done on very small models,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But latency is still very gpu dependent</a:t>
            </a:r>
            <a:endParaRPr/>
          </a:p>
        </p:txBody>
      </p:sp>
      <p:sp>
        <p:nvSpPr>
          <p:cNvPr id="993" name="Google Shape;993;p64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65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999" name="Google Shape;999;p65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00" name="Google Shape;1000;p65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01" name="Google Shape;1001;p65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002" name="Google Shape;1002;p65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3" name="Google Shape;1003;p65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I learned</a:t>
            </a:r>
            <a:endParaRPr/>
          </a:p>
        </p:txBody>
      </p:sp>
      <p:sp>
        <p:nvSpPr>
          <p:cNvPr id="1004" name="Google Shape;1004;p6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005" name="Google Shape;1005;p65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006" name="Google Shape;1006;p65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007" name="Google Shape;1007;p65"/>
          <p:cNvSpPr txBox="1"/>
          <p:nvPr>
            <p:ph idx="5" type="subTitle"/>
          </p:nvPr>
        </p:nvSpPr>
        <p:spPr>
          <a:xfrm>
            <a:off x="116375" y="1663775"/>
            <a:ext cx="8536500" cy="30129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A lot can be done on very small models,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But latency is still very gpu dependent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Voice cloning and streaming TTS wasn’t too much trouble,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But fine tuning for analysis often varied in subjective quality</a:t>
            </a:r>
            <a:endParaRPr/>
          </a:p>
        </p:txBody>
      </p:sp>
      <p:sp>
        <p:nvSpPr>
          <p:cNvPr id="1008" name="Google Shape;1008;p65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66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14" name="Google Shape;1014;p66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15" name="Google Shape;1015;p66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16" name="Google Shape;1016;p66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017" name="Google Shape;1017;p66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8" name="Google Shape;1018;p66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I learned</a:t>
            </a:r>
            <a:endParaRPr/>
          </a:p>
        </p:txBody>
      </p:sp>
      <p:sp>
        <p:nvSpPr>
          <p:cNvPr id="1019" name="Google Shape;1019;p66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020" name="Google Shape;1020;p66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021" name="Google Shape;1021;p66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022" name="Google Shape;1022;p66"/>
          <p:cNvSpPr txBox="1"/>
          <p:nvPr>
            <p:ph idx="5" type="subTitle"/>
          </p:nvPr>
        </p:nvSpPr>
        <p:spPr>
          <a:xfrm>
            <a:off x="116375" y="1663775"/>
            <a:ext cx="8536500" cy="30129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A lot can be done on very small models,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But latency is still very gpu dependent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Voice cloning and streaming TTS wasn’t too much trouble,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"/>
              <a:t>But fine tuning for live analysis was much more involved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More meaningful analysis requires custom implementation per game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TTS voices needs to be crafted around the pace of a game</a:t>
            </a:r>
            <a:endParaRPr/>
          </a:p>
        </p:txBody>
      </p:sp>
      <p:sp>
        <p:nvSpPr>
          <p:cNvPr id="1023" name="Google Shape;1023;p66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7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67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29" name="Google Shape;1029;p67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30" name="Google Shape;1030;p67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31" name="Google Shape;1031;p67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032" name="Google Shape;1032;p67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3" name="Google Shape;1033;p67"/>
          <p:cNvCxnSpPr/>
          <p:nvPr/>
        </p:nvCxnSpPr>
        <p:spPr>
          <a:xfrm rot="10800000">
            <a:off x="775" y="23406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4" name="Google Shape;1034;p67"/>
          <p:cNvCxnSpPr/>
          <p:nvPr/>
        </p:nvCxnSpPr>
        <p:spPr>
          <a:xfrm rot="10800000">
            <a:off x="-264" y="30177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5" name="Google Shape;1035;p67"/>
          <p:cNvCxnSpPr/>
          <p:nvPr/>
        </p:nvCxnSpPr>
        <p:spPr>
          <a:xfrm rot="10800000">
            <a:off x="-264" y="36948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6" name="Google Shape;1036;p67"/>
          <p:cNvCxnSpPr/>
          <p:nvPr/>
        </p:nvCxnSpPr>
        <p:spPr>
          <a:xfrm rot="10800000">
            <a:off x="406" y="43719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7" name="Google Shape;1037;p67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038" name="Google Shape;1038;p67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039" name="Google Shape;1039;p67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040" name="Google Shape;1040;p67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041" name="Google Shape;1041;p67"/>
          <p:cNvSpPr txBox="1"/>
          <p:nvPr>
            <p:ph idx="18" type="body"/>
          </p:nvPr>
        </p:nvSpPr>
        <p:spPr>
          <a:xfrm>
            <a:off x="4571300" y="4367075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Outline how you will achieve the strategic plan, step by step.</a:t>
            </a:r>
            <a:endParaRPr/>
          </a:p>
        </p:txBody>
      </p:sp>
      <p:sp>
        <p:nvSpPr>
          <p:cNvPr id="1042" name="Google Shape;1042;p67"/>
          <p:cNvSpPr txBox="1"/>
          <p:nvPr>
            <p:ph idx="19" type="body"/>
          </p:nvPr>
        </p:nvSpPr>
        <p:spPr>
          <a:xfrm>
            <a:off x="4571300" y="36948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Outline how you will achieve the strategic plan, step by step.</a:t>
            </a:r>
            <a:endParaRPr/>
          </a:p>
        </p:txBody>
      </p:sp>
      <p:sp>
        <p:nvSpPr>
          <p:cNvPr id="1043" name="Google Shape;1043;p67"/>
          <p:cNvSpPr txBox="1"/>
          <p:nvPr>
            <p:ph idx="20" type="body"/>
          </p:nvPr>
        </p:nvSpPr>
        <p:spPr>
          <a:xfrm>
            <a:off x="4571300" y="3017700"/>
            <a:ext cx="4345200" cy="374400"/>
          </a:xfrm>
          <a:prstGeom prst="rect">
            <a:avLst/>
          </a:prstGeom>
        </p:spPr>
        <p:txBody>
          <a:bodyPr anchorCtr="0" anchor="t" bIns="108000" lIns="91425" spcFirstLastPara="1" rIns="91425" wrap="square" tIns="72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Outline how you will achieve the strategic plan, step by step.</a:t>
            </a:r>
            <a:endParaRPr/>
          </a:p>
        </p:txBody>
      </p:sp>
      <p:sp>
        <p:nvSpPr>
          <p:cNvPr id="1044" name="Google Shape;1044;p67"/>
          <p:cNvSpPr txBox="1"/>
          <p:nvPr>
            <p:ph idx="4" type="subTitle"/>
          </p:nvPr>
        </p:nvSpPr>
        <p:spPr>
          <a:xfrm>
            <a:off x="1759000" y="30177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Milestone 3</a:t>
            </a:r>
            <a:endParaRPr/>
          </a:p>
        </p:txBody>
      </p:sp>
      <p:sp>
        <p:nvSpPr>
          <p:cNvPr id="1045" name="Google Shape;1045;p67"/>
          <p:cNvSpPr txBox="1"/>
          <p:nvPr>
            <p:ph idx="5" type="subTitle"/>
          </p:nvPr>
        </p:nvSpPr>
        <p:spPr>
          <a:xfrm>
            <a:off x="775" y="1668050"/>
            <a:ext cx="40065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fontScale="625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Steam Hardware Survey as our target hardware:</a:t>
            </a:r>
            <a:endParaRPr/>
          </a:p>
        </p:txBody>
      </p:sp>
      <p:sp>
        <p:nvSpPr>
          <p:cNvPr id="1046" name="Google Shape;1046;p67"/>
          <p:cNvSpPr txBox="1"/>
          <p:nvPr>
            <p:ph idx="6" type="subTitle"/>
          </p:nvPr>
        </p:nvSpPr>
        <p:spPr>
          <a:xfrm>
            <a:off x="4396475" y="1668050"/>
            <a:ext cx="4583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RTX 3060 8GB vram</a:t>
            </a:r>
            <a:endParaRPr/>
          </a:p>
        </p:txBody>
      </p:sp>
      <p:sp>
        <p:nvSpPr>
          <p:cNvPr id="1047" name="Google Shape;1047;p67"/>
          <p:cNvSpPr txBox="1"/>
          <p:nvPr>
            <p:ph idx="7" type="subTitle"/>
          </p:nvPr>
        </p:nvSpPr>
        <p:spPr>
          <a:xfrm>
            <a:off x="1758250" y="3694800"/>
            <a:ext cx="2336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Milestone 4</a:t>
            </a:r>
            <a:endParaRPr/>
          </a:p>
        </p:txBody>
      </p:sp>
      <p:sp>
        <p:nvSpPr>
          <p:cNvPr id="1048" name="Google Shape;1048;p67"/>
          <p:cNvSpPr txBox="1"/>
          <p:nvPr>
            <p:ph idx="9" type="subTitle"/>
          </p:nvPr>
        </p:nvSpPr>
        <p:spPr>
          <a:xfrm>
            <a:off x="228148" y="30199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Quarter, Year</a:t>
            </a:r>
            <a:endParaRPr/>
          </a:p>
        </p:txBody>
      </p:sp>
      <p:sp>
        <p:nvSpPr>
          <p:cNvPr id="1049" name="Google Shape;1049;p67"/>
          <p:cNvSpPr txBox="1"/>
          <p:nvPr>
            <p:ph idx="15" type="subTitle"/>
          </p:nvPr>
        </p:nvSpPr>
        <p:spPr>
          <a:xfrm>
            <a:off x="228148" y="3697075"/>
            <a:ext cx="810000" cy="374400"/>
          </a:xfrm>
          <a:prstGeom prst="rect">
            <a:avLst/>
          </a:prstGeom>
        </p:spPr>
        <p:txBody>
          <a:bodyPr anchorCtr="0" anchor="t" bIns="108000" lIns="0" spcFirstLastPara="1" rIns="0" wrap="square" tIns="720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Quarter, Year</a:t>
            </a:r>
            <a:endParaRPr/>
          </a:p>
        </p:txBody>
      </p:sp>
      <p:sp>
        <p:nvSpPr>
          <p:cNvPr id="1050" name="Google Shape;1050;p67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pic>
        <p:nvPicPr>
          <p:cNvPr id="1051" name="Google Shape;1051;p67" title="Screenshot_20260421_0416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75" y="2340600"/>
            <a:ext cx="9143999" cy="2227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68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57" name="Google Shape;1057;p68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58" name="Google Shape;1058;p68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59" name="Google Shape;1059;p68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060" name="Google Shape;1060;p68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1" name="Google Shape;1061;p68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062" name="Google Shape;1062;p68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063" name="Google Shape;1063;p68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064" name="Google Shape;1064;p68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065" name="Google Shape;1065;p68"/>
          <p:cNvSpPr txBox="1"/>
          <p:nvPr>
            <p:ph idx="5" type="subTitle"/>
          </p:nvPr>
        </p:nvSpPr>
        <p:spPr>
          <a:xfrm>
            <a:off x="0" y="1663775"/>
            <a:ext cx="6637500" cy="12930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My Hardware: RTX 4080 12GB vram Laptop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				X86_64 Linux Desktop</a:t>
            </a:r>
            <a:endParaRPr/>
          </a:p>
        </p:txBody>
      </p:sp>
      <p:sp>
        <p:nvSpPr>
          <p:cNvPr id="1066" name="Google Shape;1066;p68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69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72" name="Google Shape;1072;p69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73" name="Google Shape;1073;p69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74" name="Google Shape;1074;p69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075" name="Google Shape;1075;p69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6" name="Google Shape;1076;p69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077" name="Google Shape;1077;p69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078" name="Google Shape;1078;p69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079" name="Google Shape;1079;p69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080" name="Google Shape;1080;p69"/>
          <p:cNvSpPr txBox="1"/>
          <p:nvPr>
            <p:ph idx="5" type="subTitle"/>
          </p:nvPr>
        </p:nvSpPr>
        <p:spPr>
          <a:xfrm>
            <a:off x="0" y="1663775"/>
            <a:ext cx="4396200" cy="4836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fontScale="85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My Hardware: RTX 4080 12GB Laptop</a:t>
            </a:r>
            <a:endParaRPr/>
          </a:p>
        </p:txBody>
      </p:sp>
      <p:sp>
        <p:nvSpPr>
          <p:cNvPr id="1081" name="Google Shape;1081;p69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1082" name="Google Shape;1082;p69"/>
          <p:cNvSpPr txBox="1"/>
          <p:nvPr>
            <p:ph idx="5" type="subTitle"/>
          </p:nvPr>
        </p:nvSpPr>
        <p:spPr>
          <a:xfrm>
            <a:off x="0" y="2244150"/>
            <a:ext cx="4396200" cy="4836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fontScale="77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Text model vram usage: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About 2.6GB</a:t>
            </a:r>
            <a:endParaRPr/>
          </a:p>
        </p:txBody>
      </p:sp>
      <p:pic>
        <p:nvPicPr>
          <p:cNvPr id="1083" name="Google Shape;1083;p69" title="Screenshot_20260421_0426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0550" y="2045314"/>
            <a:ext cx="6763324" cy="30981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7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70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89" name="Google Shape;1089;p70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90" name="Google Shape;1090;p70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091" name="Google Shape;1091;p70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092" name="Google Shape;1092;p70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3" name="Google Shape;1093;p70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094" name="Google Shape;1094;p70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095" name="Google Shape;1095;p70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096" name="Google Shape;1096;p70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097" name="Google Shape;1097;p70"/>
          <p:cNvSpPr txBox="1"/>
          <p:nvPr>
            <p:ph idx="5" type="subTitle"/>
          </p:nvPr>
        </p:nvSpPr>
        <p:spPr>
          <a:xfrm>
            <a:off x="0" y="1663775"/>
            <a:ext cx="4396200" cy="4836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fontScale="85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My Hardware: RTX 4080 12GB Laptop</a:t>
            </a:r>
            <a:endParaRPr/>
          </a:p>
        </p:txBody>
      </p:sp>
      <p:sp>
        <p:nvSpPr>
          <p:cNvPr id="1098" name="Google Shape;1098;p70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1099" name="Google Shape;1099;p70"/>
          <p:cNvSpPr txBox="1"/>
          <p:nvPr>
            <p:ph idx="5" type="subTitle"/>
          </p:nvPr>
        </p:nvSpPr>
        <p:spPr>
          <a:xfrm>
            <a:off x="0" y="2244150"/>
            <a:ext cx="4396200" cy="4836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fontScale="77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TTS model vram usage: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About 2.8GB</a:t>
            </a:r>
            <a:endParaRPr/>
          </a:p>
        </p:txBody>
      </p:sp>
      <p:pic>
        <p:nvPicPr>
          <p:cNvPr id="1100" name="Google Shape;1100;p70" title="Screenshot_20260421_04315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0546" y="2030762"/>
            <a:ext cx="6763324" cy="311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p71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06" name="Google Shape;1106;p71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07" name="Google Shape;1107;p71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08" name="Google Shape;1108;p71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09" name="Google Shape;1109;p71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0" name="Google Shape;1110;p71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 met</a:t>
            </a:r>
            <a:endParaRPr/>
          </a:p>
        </p:txBody>
      </p:sp>
      <p:sp>
        <p:nvSpPr>
          <p:cNvPr id="1111" name="Google Shape;1111;p71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112" name="Google Shape;1112;p71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113" name="Google Shape;1113;p71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114" name="Google Shape;1114;p71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1115" name="Google Shape;1115;p71"/>
          <p:cNvSpPr txBox="1"/>
          <p:nvPr>
            <p:ph idx="17" type="title"/>
          </p:nvPr>
        </p:nvSpPr>
        <p:spPr>
          <a:xfrm>
            <a:off x="54475" y="1925350"/>
            <a:ext cx="2440800" cy="24564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20"/>
              <a:buNone/>
            </a:pPr>
            <a:r>
              <a:rPr lang="en" sz="2600"/>
              <a:t>Success-</a:t>
            </a:r>
            <a:endParaRPr sz="2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20"/>
              <a:buNone/>
            </a:pPr>
            <a:r>
              <a:rPr lang="en" sz="2600"/>
              <a:t>And both running only uses 4.8 instead of  5.3 GB??</a:t>
            </a:r>
            <a:endParaRPr sz="2600"/>
          </a:p>
        </p:txBody>
      </p:sp>
      <p:pic>
        <p:nvPicPr>
          <p:cNvPr id="1116" name="Google Shape;1116;p71" title="Screenshot_20260421_0435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5450" y="1663775"/>
            <a:ext cx="6648425" cy="3084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Google Shape;1121;p7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22" name="Google Shape;1122;p7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23" name="Google Shape;1123;p7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24" name="Google Shape;1124;p72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25" name="Google Shape;1125;p72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p72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127" name="Google Shape;1127;p72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128" name="Google Shape;1128;p72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129" name="Google Shape;1129;p72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130" name="Google Shape;1130;p72"/>
          <p:cNvSpPr txBox="1"/>
          <p:nvPr>
            <p:ph idx="5" type="subTitle"/>
          </p:nvPr>
        </p:nvSpPr>
        <p:spPr>
          <a:xfrm>
            <a:off x="775" y="1663775"/>
            <a:ext cx="78507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Latency target for time to hear a sentence start:</a:t>
            </a:r>
            <a:endParaRPr/>
          </a:p>
        </p:txBody>
      </p:sp>
      <p:sp>
        <p:nvSpPr>
          <p:cNvPr id="1131" name="Google Shape;1131;p72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pic>
        <p:nvPicPr>
          <p:cNvPr id="1132" name="Google Shape;1132;p72" title="Screenshot_20260421_04512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" y="2038175"/>
            <a:ext cx="3568015" cy="280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6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7" name="Google Shape;1137;p73" title="Screenshot_20260421_06555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1025" y="1663775"/>
            <a:ext cx="2706300" cy="26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8" name="Google Shape;1138;p73" title="Screenshot_20260421_0654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24675" y="1663775"/>
            <a:ext cx="2706300" cy="30913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9" name="Google Shape;1139;p73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40" name="Google Shape;1140;p73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41" name="Google Shape;1141;p73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42" name="Google Shape;1142;p73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43" name="Google Shape;1143;p73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4" name="Google Shape;1144;p73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145" name="Google Shape;1145;p73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146" name="Google Shape;1146;p73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147" name="Google Shape;1147;p73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148" name="Google Shape;1148;p73"/>
          <p:cNvSpPr txBox="1"/>
          <p:nvPr>
            <p:ph idx="5" type="subTitle"/>
          </p:nvPr>
        </p:nvSpPr>
        <p:spPr>
          <a:xfrm>
            <a:off x="775" y="1617075"/>
            <a:ext cx="3723900" cy="31749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Time to start TTS streaming +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Time between TTS streams: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0.9s individually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1.6s batching 2 at a time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&gt;0.05s sequencing</a:t>
            </a:r>
            <a:endParaRPr/>
          </a:p>
        </p:txBody>
      </p:sp>
      <p:sp>
        <p:nvSpPr>
          <p:cNvPr id="1149" name="Google Shape;1149;p73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1150" name="Google Shape;1150;p73"/>
          <p:cNvSpPr/>
          <p:nvPr/>
        </p:nvSpPr>
        <p:spPr>
          <a:xfrm>
            <a:off x="3724675" y="4285875"/>
            <a:ext cx="1839000" cy="218100"/>
          </a:xfrm>
          <a:prstGeom prst="ellipse">
            <a:avLst/>
          </a:prstGeom>
          <a:noFill/>
          <a:ln cap="flat" cmpd="sng" w="9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775" lIns="91775" spcFirstLastPara="1" rIns="91775" wrap="square" tIns="91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12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51" name="Google Shape;1151;p73"/>
          <p:cNvSpPr/>
          <p:nvPr/>
        </p:nvSpPr>
        <p:spPr>
          <a:xfrm>
            <a:off x="6553875" y="3481150"/>
            <a:ext cx="1839000" cy="218100"/>
          </a:xfrm>
          <a:prstGeom prst="ellipse">
            <a:avLst/>
          </a:prstGeom>
          <a:noFill/>
          <a:ln cap="flat" cmpd="sng" w="9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775" lIns="91775" spcFirstLastPara="1" rIns="91775" wrap="square" tIns="91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12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52" name="Google Shape;1152;p73"/>
          <p:cNvSpPr/>
          <p:nvPr/>
        </p:nvSpPr>
        <p:spPr>
          <a:xfrm>
            <a:off x="6553875" y="2886900"/>
            <a:ext cx="2318100" cy="280200"/>
          </a:xfrm>
          <a:prstGeom prst="ellipse">
            <a:avLst/>
          </a:prstGeom>
          <a:noFill/>
          <a:ln cap="flat" cmpd="sng" w="9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775" lIns="91775" spcFirstLastPara="1" rIns="91775" wrap="square" tIns="91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12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74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58" name="Google Shape;1158;p74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59" name="Google Shape;1159;p74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60" name="Google Shape;1160;p74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61" name="Google Shape;1161;p74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2" name="Google Shape;1162;p74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163" name="Google Shape;1163;p74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164" name="Google Shape;1164;p74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165" name="Google Shape;1165;p74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166" name="Google Shape;1166;p74"/>
          <p:cNvSpPr txBox="1"/>
          <p:nvPr>
            <p:ph idx="5" type="subTitle"/>
          </p:nvPr>
        </p:nvSpPr>
        <p:spPr>
          <a:xfrm>
            <a:off x="775" y="1663775"/>
            <a:ext cx="4691400" cy="10908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fontScale="77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Slow on start. Sequenced is good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Overall.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"/>
              <a:t>Not ideal.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1167" name="Google Shape;1167;p74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pic>
        <p:nvPicPr>
          <p:cNvPr id="1168" name="Google Shape;1168;p74" title="Screenshot_20260421_04512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1925" y="1663775"/>
            <a:ext cx="3568015" cy="2800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9" name="Google Shape;1169;p74"/>
          <p:cNvSpPr/>
          <p:nvPr/>
        </p:nvSpPr>
        <p:spPr>
          <a:xfrm>
            <a:off x="4987875" y="4038550"/>
            <a:ext cx="3255300" cy="604800"/>
          </a:xfrm>
          <a:prstGeom prst="ellipse">
            <a:avLst/>
          </a:prstGeom>
          <a:noFill/>
          <a:ln cap="flat" cmpd="sng" w="9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775" lIns="91775" spcFirstLastPara="1" rIns="91775" wrap="square" tIns="91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12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70" name="Google Shape;1170;p74"/>
          <p:cNvSpPr/>
          <p:nvPr/>
        </p:nvSpPr>
        <p:spPr>
          <a:xfrm>
            <a:off x="4948975" y="4038550"/>
            <a:ext cx="3255300" cy="604800"/>
          </a:xfrm>
          <a:prstGeom prst="ellipse">
            <a:avLst/>
          </a:prstGeom>
          <a:noFill/>
          <a:ln cap="flat" cmpd="sng" w="9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775" lIns="91775" spcFirstLastPara="1" rIns="91775" wrap="square" tIns="91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12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71" name="Google Shape;1171;p74"/>
          <p:cNvSpPr/>
          <p:nvPr/>
        </p:nvSpPr>
        <p:spPr>
          <a:xfrm>
            <a:off x="5028288" y="4038550"/>
            <a:ext cx="3255300" cy="604800"/>
          </a:xfrm>
          <a:prstGeom prst="ellipse">
            <a:avLst/>
          </a:prstGeom>
          <a:noFill/>
          <a:ln cap="flat" cmpd="sng" w="9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775" lIns="91775" spcFirstLastPara="1" rIns="91775" wrap="square" tIns="91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12"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75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77" name="Google Shape;1177;p75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78" name="Google Shape;1178;p75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79" name="Google Shape;1179;p75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180" name="Google Shape;1180;p75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1" name="Google Shape;1181;p75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182" name="Google Shape;1182;p7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183" name="Google Shape;1183;p75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184" name="Google Shape;1184;p75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185" name="Google Shape;1185;p75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1186" name="Google Shape;1186;p75"/>
          <p:cNvSpPr/>
          <p:nvPr/>
        </p:nvSpPr>
        <p:spPr>
          <a:xfrm>
            <a:off x="187750" y="2064600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87" name="Google Shape;1187;p75"/>
          <p:cNvSpPr/>
          <p:nvPr/>
        </p:nvSpPr>
        <p:spPr>
          <a:xfrm>
            <a:off x="187750" y="3112550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88" name="Google Shape;1188;p75"/>
          <p:cNvSpPr/>
          <p:nvPr/>
        </p:nvSpPr>
        <p:spPr>
          <a:xfrm>
            <a:off x="187750" y="4160500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89" name="Google Shape;1189;p75"/>
          <p:cNvSpPr txBox="1"/>
          <p:nvPr>
            <p:ph idx="4294967295" type="title"/>
          </p:nvPr>
        </p:nvSpPr>
        <p:spPr>
          <a:xfrm>
            <a:off x="494000" y="2183350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 sparse</a:t>
            </a:r>
            <a:endParaRPr sz="2000"/>
          </a:p>
        </p:txBody>
      </p:sp>
      <p:sp>
        <p:nvSpPr>
          <p:cNvPr id="1190" name="Google Shape;1190;p75"/>
          <p:cNvSpPr txBox="1"/>
          <p:nvPr>
            <p:ph idx="17" type="title"/>
          </p:nvPr>
        </p:nvSpPr>
        <p:spPr>
          <a:xfrm>
            <a:off x="494000" y="3246750"/>
            <a:ext cx="29253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Commentary isn’t unique </a:t>
            </a:r>
            <a:endParaRPr sz="2000"/>
          </a:p>
        </p:txBody>
      </p:sp>
      <p:sp>
        <p:nvSpPr>
          <p:cNvPr id="1191" name="Google Shape;1191;p75"/>
          <p:cNvSpPr txBox="1"/>
          <p:nvPr>
            <p:ph idx="4294967295" type="title"/>
          </p:nvPr>
        </p:nvSpPr>
        <p:spPr>
          <a:xfrm>
            <a:off x="493975" y="4288500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Commentary isn’t nuanced</a:t>
            </a:r>
            <a:endParaRPr sz="2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5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p76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97" name="Google Shape;1197;p76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98" name="Google Shape;1198;p76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199" name="Google Shape;1199;p76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200" name="Google Shape;1200;p76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1" name="Google Shape;1201;p76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Goals met?</a:t>
            </a:r>
            <a:endParaRPr/>
          </a:p>
        </p:txBody>
      </p:sp>
      <p:sp>
        <p:nvSpPr>
          <p:cNvPr id="1202" name="Google Shape;1202;p76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203" name="Google Shape;1203;p76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204" name="Google Shape;1204;p76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205" name="Google Shape;1205;p76"/>
          <p:cNvSpPr txBox="1"/>
          <p:nvPr>
            <p:ph idx="5" type="subTitle"/>
          </p:nvPr>
        </p:nvSpPr>
        <p:spPr>
          <a:xfrm>
            <a:off x="4479850" y="2064600"/>
            <a:ext cx="3928500" cy="12930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Personally, I think it leaves a lot to be desired right now</a:t>
            </a:r>
            <a:endParaRPr/>
          </a:p>
        </p:txBody>
      </p:sp>
      <p:sp>
        <p:nvSpPr>
          <p:cNvPr id="1206" name="Google Shape;1206;p76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  <p:sp>
        <p:nvSpPr>
          <p:cNvPr id="1207" name="Google Shape;1207;p76"/>
          <p:cNvSpPr/>
          <p:nvPr/>
        </p:nvSpPr>
        <p:spPr>
          <a:xfrm>
            <a:off x="187750" y="2064600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08" name="Google Shape;1208;p76"/>
          <p:cNvSpPr/>
          <p:nvPr/>
        </p:nvSpPr>
        <p:spPr>
          <a:xfrm>
            <a:off x="187750" y="3112550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09" name="Google Shape;1209;p76"/>
          <p:cNvSpPr/>
          <p:nvPr/>
        </p:nvSpPr>
        <p:spPr>
          <a:xfrm>
            <a:off x="187750" y="4160500"/>
            <a:ext cx="3463800" cy="8550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10" name="Google Shape;1210;p76"/>
          <p:cNvSpPr txBox="1"/>
          <p:nvPr>
            <p:ph idx="4294967295" type="title"/>
          </p:nvPr>
        </p:nvSpPr>
        <p:spPr>
          <a:xfrm>
            <a:off x="494000" y="2183350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Yes</a:t>
            </a:r>
            <a:endParaRPr sz="2000"/>
          </a:p>
        </p:txBody>
      </p:sp>
      <p:sp>
        <p:nvSpPr>
          <p:cNvPr id="1211" name="Google Shape;1211;p76"/>
          <p:cNvSpPr txBox="1"/>
          <p:nvPr>
            <p:ph idx="17" type="title"/>
          </p:nvPr>
        </p:nvSpPr>
        <p:spPr>
          <a:xfrm>
            <a:off x="494000" y="3246750"/>
            <a:ext cx="29253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/>
              <a:t>Kind of</a:t>
            </a:r>
            <a:endParaRPr sz="2000"/>
          </a:p>
        </p:txBody>
      </p:sp>
      <p:sp>
        <p:nvSpPr>
          <p:cNvPr id="1212" name="Google Shape;1212;p76"/>
          <p:cNvSpPr txBox="1"/>
          <p:nvPr>
            <p:ph idx="4294967295" type="title"/>
          </p:nvPr>
        </p:nvSpPr>
        <p:spPr>
          <a:xfrm>
            <a:off x="493975" y="4288500"/>
            <a:ext cx="2925300" cy="6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" sz="2000"/>
              <a:t>Kind of</a:t>
            </a:r>
            <a:endParaRPr sz="2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6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77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18" name="Google Shape;1218;p77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19" name="Google Shape;1219;p77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20" name="Google Shape;1220;p77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221" name="Google Shape;1221;p77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2" name="Google Shape;1222;p77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I had more time</a:t>
            </a:r>
            <a:endParaRPr/>
          </a:p>
        </p:txBody>
      </p:sp>
      <p:sp>
        <p:nvSpPr>
          <p:cNvPr id="1223" name="Google Shape;1223;p77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224" name="Google Shape;1224;p77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225" name="Google Shape;1225;p77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226" name="Google Shape;1226;p77"/>
          <p:cNvSpPr txBox="1"/>
          <p:nvPr>
            <p:ph idx="5" type="subTitle"/>
          </p:nvPr>
        </p:nvSpPr>
        <p:spPr>
          <a:xfrm>
            <a:off x="417450" y="1663775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Try a server-side approach</a:t>
            </a:r>
            <a:endParaRPr/>
          </a:p>
        </p:txBody>
      </p:sp>
      <p:sp>
        <p:nvSpPr>
          <p:cNvPr id="1227" name="Google Shape;1227;p77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78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33" name="Google Shape;1233;p78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34" name="Google Shape;1234;p78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35" name="Google Shape;1235;p78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236" name="Google Shape;1236;p78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37" name="Google Shape;1237;p78"/>
          <p:cNvCxnSpPr/>
          <p:nvPr/>
        </p:nvCxnSpPr>
        <p:spPr>
          <a:xfrm rot="10800000">
            <a:off x="775" y="23406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38" name="Google Shape;1238;p78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I had more time</a:t>
            </a:r>
            <a:endParaRPr/>
          </a:p>
        </p:txBody>
      </p:sp>
      <p:sp>
        <p:nvSpPr>
          <p:cNvPr id="1239" name="Google Shape;1239;p78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240" name="Google Shape;1240;p78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241" name="Google Shape;1241;p78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242" name="Google Shape;1242;p78"/>
          <p:cNvSpPr txBox="1"/>
          <p:nvPr>
            <p:ph idx="5" type="subTitle"/>
          </p:nvPr>
        </p:nvSpPr>
        <p:spPr>
          <a:xfrm>
            <a:off x="417450" y="1663775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Try a server-side approach</a:t>
            </a:r>
            <a:endParaRPr/>
          </a:p>
        </p:txBody>
      </p:sp>
      <p:sp>
        <p:nvSpPr>
          <p:cNvPr id="1243" name="Google Shape;1243;p78"/>
          <p:cNvSpPr txBox="1"/>
          <p:nvPr>
            <p:ph idx="6" type="subTitle"/>
          </p:nvPr>
        </p:nvSpPr>
        <p:spPr>
          <a:xfrm>
            <a:off x="417450" y="23406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Simulate ping for tts streaming</a:t>
            </a:r>
            <a:endParaRPr/>
          </a:p>
        </p:txBody>
      </p:sp>
      <p:sp>
        <p:nvSpPr>
          <p:cNvPr id="1244" name="Google Shape;1244;p78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8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p79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50" name="Google Shape;1250;p79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51" name="Google Shape;1251;p79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52" name="Google Shape;1252;p79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253" name="Google Shape;1253;p79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54" name="Google Shape;1254;p79"/>
          <p:cNvCxnSpPr/>
          <p:nvPr/>
        </p:nvCxnSpPr>
        <p:spPr>
          <a:xfrm rot="10800000">
            <a:off x="775" y="23406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55" name="Google Shape;1255;p79"/>
          <p:cNvCxnSpPr/>
          <p:nvPr/>
        </p:nvCxnSpPr>
        <p:spPr>
          <a:xfrm rot="10800000">
            <a:off x="-264" y="30177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6" name="Google Shape;1256;p79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I had more time</a:t>
            </a:r>
            <a:endParaRPr/>
          </a:p>
        </p:txBody>
      </p:sp>
      <p:sp>
        <p:nvSpPr>
          <p:cNvPr id="1257" name="Google Shape;1257;p79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258" name="Google Shape;1258;p79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259" name="Google Shape;1259;p79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260" name="Google Shape;1260;p79"/>
          <p:cNvSpPr txBox="1"/>
          <p:nvPr>
            <p:ph idx="4" type="subTitle"/>
          </p:nvPr>
        </p:nvSpPr>
        <p:spPr>
          <a:xfrm>
            <a:off x="419960" y="30177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Higher quality training data and support for more maps</a:t>
            </a:r>
            <a:endParaRPr/>
          </a:p>
        </p:txBody>
      </p:sp>
      <p:sp>
        <p:nvSpPr>
          <p:cNvPr id="1261" name="Google Shape;1261;p79"/>
          <p:cNvSpPr txBox="1"/>
          <p:nvPr>
            <p:ph idx="5" type="subTitle"/>
          </p:nvPr>
        </p:nvSpPr>
        <p:spPr>
          <a:xfrm>
            <a:off x="417450" y="1663775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Try a server-side approach</a:t>
            </a:r>
            <a:endParaRPr/>
          </a:p>
        </p:txBody>
      </p:sp>
      <p:sp>
        <p:nvSpPr>
          <p:cNvPr id="1262" name="Google Shape;1262;p79"/>
          <p:cNvSpPr txBox="1"/>
          <p:nvPr>
            <p:ph idx="6" type="subTitle"/>
          </p:nvPr>
        </p:nvSpPr>
        <p:spPr>
          <a:xfrm>
            <a:off x="417450" y="23406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Simulate ping for tts streaming</a:t>
            </a:r>
            <a:endParaRPr/>
          </a:p>
        </p:txBody>
      </p:sp>
      <p:sp>
        <p:nvSpPr>
          <p:cNvPr id="1263" name="Google Shape;1263;p79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p80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69" name="Google Shape;1269;p80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70" name="Google Shape;1270;p80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71" name="Google Shape;1271;p80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272" name="Google Shape;1272;p80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3" name="Google Shape;1273;p80"/>
          <p:cNvCxnSpPr/>
          <p:nvPr/>
        </p:nvCxnSpPr>
        <p:spPr>
          <a:xfrm rot="10800000">
            <a:off x="775" y="23406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4" name="Google Shape;1274;p80"/>
          <p:cNvCxnSpPr/>
          <p:nvPr/>
        </p:nvCxnSpPr>
        <p:spPr>
          <a:xfrm rot="10800000">
            <a:off x="-264" y="30177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5" name="Google Shape;1275;p80"/>
          <p:cNvCxnSpPr/>
          <p:nvPr/>
        </p:nvCxnSpPr>
        <p:spPr>
          <a:xfrm rot="10800000">
            <a:off x="-264" y="36948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6" name="Google Shape;1276;p80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I had more time</a:t>
            </a:r>
            <a:endParaRPr/>
          </a:p>
        </p:txBody>
      </p:sp>
      <p:sp>
        <p:nvSpPr>
          <p:cNvPr id="1277" name="Google Shape;1277;p80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278" name="Google Shape;1278;p80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279" name="Google Shape;1279;p80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280" name="Google Shape;1280;p80"/>
          <p:cNvSpPr txBox="1"/>
          <p:nvPr>
            <p:ph idx="4" type="subTitle"/>
          </p:nvPr>
        </p:nvSpPr>
        <p:spPr>
          <a:xfrm>
            <a:off x="419960" y="30177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Higher quality training data and support for more maps</a:t>
            </a:r>
            <a:endParaRPr/>
          </a:p>
        </p:txBody>
      </p:sp>
      <p:sp>
        <p:nvSpPr>
          <p:cNvPr id="1281" name="Google Shape;1281;p80"/>
          <p:cNvSpPr txBox="1"/>
          <p:nvPr>
            <p:ph idx="5" type="subTitle"/>
          </p:nvPr>
        </p:nvSpPr>
        <p:spPr>
          <a:xfrm>
            <a:off x="417450" y="1663775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Try a server-side approach</a:t>
            </a:r>
            <a:endParaRPr/>
          </a:p>
        </p:txBody>
      </p:sp>
      <p:sp>
        <p:nvSpPr>
          <p:cNvPr id="1282" name="Google Shape;1282;p80"/>
          <p:cNvSpPr txBox="1"/>
          <p:nvPr>
            <p:ph idx="6" type="subTitle"/>
          </p:nvPr>
        </p:nvSpPr>
        <p:spPr>
          <a:xfrm>
            <a:off x="417450" y="23406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Simulate ping for tts streaming</a:t>
            </a:r>
            <a:endParaRPr/>
          </a:p>
        </p:txBody>
      </p:sp>
      <p:sp>
        <p:nvSpPr>
          <p:cNvPr id="1283" name="Google Shape;1283;p80"/>
          <p:cNvSpPr txBox="1"/>
          <p:nvPr>
            <p:ph idx="7" type="subTitle"/>
          </p:nvPr>
        </p:nvSpPr>
        <p:spPr>
          <a:xfrm>
            <a:off x="417450" y="36948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Fine tune bigger models for better generalizing analysis</a:t>
            </a:r>
            <a:endParaRPr/>
          </a:p>
        </p:txBody>
      </p:sp>
      <p:sp>
        <p:nvSpPr>
          <p:cNvPr id="1284" name="Google Shape;1284;p80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81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90" name="Google Shape;1290;p81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91" name="Google Shape;1291;p81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292" name="Google Shape;1292;p81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293" name="Google Shape;1293;p81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4" name="Google Shape;1294;p81"/>
          <p:cNvCxnSpPr/>
          <p:nvPr/>
        </p:nvCxnSpPr>
        <p:spPr>
          <a:xfrm rot="10800000">
            <a:off x="775" y="23406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5" name="Google Shape;1295;p81"/>
          <p:cNvCxnSpPr/>
          <p:nvPr/>
        </p:nvCxnSpPr>
        <p:spPr>
          <a:xfrm rot="10800000">
            <a:off x="-264" y="30177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6" name="Google Shape;1296;p81"/>
          <p:cNvCxnSpPr/>
          <p:nvPr/>
        </p:nvCxnSpPr>
        <p:spPr>
          <a:xfrm rot="10800000">
            <a:off x="-264" y="36948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7" name="Google Shape;1297;p81"/>
          <p:cNvCxnSpPr/>
          <p:nvPr/>
        </p:nvCxnSpPr>
        <p:spPr>
          <a:xfrm rot="10800000">
            <a:off x="406" y="4371900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8" name="Google Shape;1298;p81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I had more time</a:t>
            </a:r>
            <a:endParaRPr/>
          </a:p>
        </p:txBody>
      </p:sp>
      <p:sp>
        <p:nvSpPr>
          <p:cNvPr id="1299" name="Google Shape;1299;p81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300" name="Google Shape;1300;p81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301" name="Google Shape;1301;p81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302" name="Google Shape;1302;p81"/>
          <p:cNvSpPr txBox="1"/>
          <p:nvPr>
            <p:ph idx="4" type="subTitle"/>
          </p:nvPr>
        </p:nvSpPr>
        <p:spPr>
          <a:xfrm>
            <a:off x="419960" y="30177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Higher quality training data and support for more maps</a:t>
            </a:r>
            <a:endParaRPr/>
          </a:p>
        </p:txBody>
      </p:sp>
      <p:sp>
        <p:nvSpPr>
          <p:cNvPr id="1303" name="Google Shape;1303;p81"/>
          <p:cNvSpPr txBox="1"/>
          <p:nvPr>
            <p:ph idx="5" type="subTitle"/>
          </p:nvPr>
        </p:nvSpPr>
        <p:spPr>
          <a:xfrm>
            <a:off x="417450" y="1663775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Try a server-side approach</a:t>
            </a:r>
            <a:endParaRPr/>
          </a:p>
        </p:txBody>
      </p:sp>
      <p:sp>
        <p:nvSpPr>
          <p:cNvPr id="1304" name="Google Shape;1304;p81"/>
          <p:cNvSpPr txBox="1"/>
          <p:nvPr>
            <p:ph idx="6" type="subTitle"/>
          </p:nvPr>
        </p:nvSpPr>
        <p:spPr>
          <a:xfrm>
            <a:off x="417450" y="23406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Simulate ping for tts streaming</a:t>
            </a:r>
            <a:endParaRPr/>
          </a:p>
        </p:txBody>
      </p:sp>
      <p:sp>
        <p:nvSpPr>
          <p:cNvPr id="1305" name="Google Shape;1305;p81"/>
          <p:cNvSpPr txBox="1"/>
          <p:nvPr>
            <p:ph idx="7" type="subTitle"/>
          </p:nvPr>
        </p:nvSpPr>
        <p:spPr>
          <a:xfrm>
            <a:off x="417450" y="3694800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Fine tune bigger models for better generalizing analysis</a:t>
            </a:r>
            <a:endParaRPr/>
          </a:p>
        </p:txBody>
      </p:sp>
      <p:sp>
        <p:nvSpPr>
          <p:cNvPr id="1306" name="Google Shape;1306;p81"/>
          <p:cNvSpPr txBox="1"/>
          <p:nvPr>
            <p:ph idx="8" type="subTitle"/>
          </p:nvPr>
        </p:nvSpPr>
        <p:spPr>
          <a:xfrm>
            <a:off x="417450" y="4367075"/>
            <a:ext cx="7820400" cy="374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Look at fine tuning the TTS model itself</a:t>
            </a:r>
            <a:endParaRPr/>
          </a:p>
        </p:txBody>
      </p:sp>
      <p:sp>
        <p:nvSpPr>
          <p:cNvPr id="1307" name="Google Shape;1307;p81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82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13" name="Google Shape;1313;p82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14" name="Google Shape;1314;p82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15" name="Google Shape;1315;p82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316" name="Google Shape;1316;p82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7" name="Google Shape;1317;p82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The Ethics</a:t>
            </a:r>
            <a:endParaRPr/>
          </a:p>
        </p:txBody>
      </p:sp>
      <p:sp>
        <p:nvSpPr>
          <p:cNvPr id="1318" name="Google Shape;1318;p82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319" name="Google Shape;1319;p82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320" name="Google Shape;1320;p82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321" name="Google Shape;1321;p82"/>
          <p:cNvSpPr txBox="1"/>
          <p:nvPr>
            <p:ph idx="5" type="subTitle"/>
          </p:nvPr>
        </p:nvSpPr>
        <p:spPr>
          <a:xfrm>
            <a:off x="775" y="1663775"/>
            <a:ext cx="9143100" cy="3443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Voice cloning sits in a sensitive social spot. Examples like Deepfakes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322" name="Google Shape;1322;p82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6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83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28" name="Google Shape;1328;p83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29" name="Google Shape;1329;p83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30" name="Google Shape;1330;p83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331" name="Google Shape;1331;p83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2" name="Google Shape;1332;p83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The Ethics</a:t>
            </a:r>
            <a:endParaRPr/>
          </a:p>
        </p:txBody>
      </p:sp>
      <p:sp>
        <p:nvSpPr>
          <p:cNvPr id="1333" name="Google Shape;1333;p83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334" name="Google Shape;1334;p83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335" name="Google Shape;1335;p83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336" name="Google Shape;1336;p83"/>
          <p:cNvSpPr txBox="1"/>
          <p:nvPr>
            <p:ph idx="5" type="subTitle"/>
          </p:nvPr>
        </p:nvSpPr>
        <p:spPr>
          <a:xfrm>
            <a:off x="775" y="1663775"/>
            <a:ext cx="9143100" cy="3443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Voice cloning sits in a sensitive social spot. Examples like Deepfakes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Biggest risks for pipelines like these are impersonation or unauthorized voice use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337" name="Google Shape;1337;p83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84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43" name="Google Shape;1343;p84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44" name="Google Shape;1344;p84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45" name="Google Shape;1345;p84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346" name="Google Shape;1346;p84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47" name="Google Shape;1347;p84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The Ethics</a:t>
            </a:r>
            <a:endParaRPr/>
          </a:p>
        </p:txBody>
      </p:sp>
      <p:sp>
        <p:nvSpPr>
          <p:cNvPr id="1348" name="Google Shape;1348;p84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349" name="Google Shape;1349;p84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350" name="Google Shape;1350;p84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351" name="Google Shape;1351;p84"/>
          <p:cNvSpPr txBox="1"/>
          <p:nvPr>
            <p:ph idx="5" type="subTitle"/>
          </p:nvPr>
        </p:nvSpPr>
        <p:spPr>
          <a:xfrm>
            <a:off x="775" y="1663775"/>
            <a:ext cx="9143100" cy="3443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Voice cloning sits in a sensitive social spot. Examples like Deepfakes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Biggest risks for pipelines like these are impersonation or unauthorized voice use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Present confidently wrong live commentary as trustworthy analysis.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352" name="Google Shape;1352;p84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6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85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58" name="Google Shape;1358;p85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59" name="Google Shape;1359;p85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60" name="Google Shape;1360;p85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361" name="Google Shape;1361;p85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62" name="Google Shape;1362;p85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The Ethics</a:t>
            </a:r>
            <a:endParaRPr/>
          </a:p>
        </p:txBody>
      </p:sp>
      <p:sp>
        <p:nvSpPr>
          <p:cNvPr id="1363" name="Google Shape;1363;p85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364" name="Google Shape;1364;p85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365" name="Google Shape;1365;p85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366" name="Google Shape;1366;p85"/>
          <p:cNvSpPr txBox="1"/>
          <p:nvPr>
            <p:ph idx="5" type="subTitle"/>
          </p:nvPr>
        </p:nvSpPr>
        <p:spPr>
          <a:xfrm>
            <a:off x="775" y="1663775"/>
            <a:ext cx="9143100" cy="3443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Voice cloning sits in a sensitive social spot. Examples like Deepfakes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Biggest risks for pipelines like these are impersonation or unauthorized voice use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Present confidently wrong live commentary as trustworthy analysis.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367" name="Google Shape;1367;p85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p86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73" name="Google Shape;1373;p86"/>
          <p:cNvSpPr/>
          <p:nvPr/>
        </p:nvSpPr>
        <p:spPr>
          <a:xfrm>
            <a:off x="2380538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74" name="Google Shape;1374;p86"/>
          <p:cNvSpPr/>
          <p:nvPr/>
        </p:nvSpPr>
        <p:spPr>
          <a:xfrm>
            <a:off x="38258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75" name="Google Shape;1375;p86"/>
          <p:cNvSpPr/>
          <p:nvPr/>
        </p:nvSpPr>
        <p:spPr>
          <a:xfrm>
            <a:off x="5278763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cxnSp>
        <p:nvCxnSpPr>
          <p:cNvPr id="1376" name="Google Shape;1376;p86"/>
          <p:cNvCxnSpPr/>
          <p:nvPr/>
        </p:nvCxnSpPr>
        <p:spPr>
          <a:xfrm rot="10800000">
            <a:off x="775" y="1663775"/>
            <a:ext cx="91431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7" name="Google Shape;1377;p86"/>
          <p:cNvSpPr txBox="1"/>
          <p:nvPr>
            <p:ph idx="17" type="title"/>
          </p:nvPr>
        </p:nvSpPr>
        <p:spPr>
          <a:xfrm>
            <a:off x="596525" y="753331"/>
            <a:ext cx="7062000" cy="9105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The Ethics</a:t>
            </a:r>
            <a:endParaRPr/>
          </a:p>
        </p:txBody>
      </p:sp>
      <p:sp>
        <p:nvSpPr>
          <p:cNvPr id="1378" name="Google Shape;1378;p86"/>
          <p:cNvSpPr txBox="1"/>
          <p:nvPr>
            <p:ph idx="1" type="subTitle"/>
          </p:nvPr>
        </p:nvSpPr>
        <p:spPr>
          <a:xfrm>
            <a:off x="131460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Context</a:t>
            </a:r>
            <a:endParaRPr/>
          </a:p>
        </p:txBody>
      </p:sp>
      <p:sp>
        <p:nvSpPr>
          <p:cNvPr id="1379" name="Google Shape;1379;p86"/>
          <p:cNvSpPr txBox="1"/>
          <p:nvPr>
            <p:ph idx="2" type="subTitle"/>
          </p:nvPr>
        </p:nvSpPr>
        <p:spPr>
          <a:xfrm>
            <a:off x="2783538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Pipeline</a:t>
            </a:r>
            <a:endParaRPr/>
          </a:p>
        </p:txBody>
      </p:sp>
      <p:sp>
        <p:nvSpPr>
          <p:cNvPr id="1380" name="Google Shape;1380;p86"/>
          <p:cNvSpPr txBox="1"/>
          <p:nvPr>
            <p:ph idx="3" type="subTitle"/>
          </p:nvPr>
        </p:nvSpPr>
        <p:spPr>
          <a:xfrm>
            <a:off x="4228850" y="131800"/>
            <a:ext cx="14400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1381" name="Google Shape;1381;p86"/>
          <p:cNvSpPr txBox="1"/>
          <p:nvPr>
            <p:ph idx="5" type="subTitle"/>
          </p:nvPr>
        </p:nvSpPr>
        <p:spPr>
          <a:xfrm>
            <a:off x="775" y="1663775"/>
            <a:ext cx="9143100" cy="3443400"/>
          </a:xfrm>
          <a:prstGeom prst="rect">
            <a:avLst/>
          </a:prstGeom>
        </p:spPr>
        <p:txBody>
          <a:bodyPr anchorCtr="0" anchor="t" bIns="0" lIns="91425" spcFirstLastPara="1" rIns="0" wrap="square" tIns="360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What this project explores raises meaningful ethical issues because it combines live AI analysis, synthetic speech, and voice cloning in a way that can easily blur authorship, authority, and consent;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the biggest risks for pipelines like these are impersonation or unauthorized voice use, and confidently wrong live commentary presented as trustworthy analysis.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"/>
              <a:t>This project is strictly for academic purposes and not hiding the fact that it’s all AI from end-to-end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382" name="Google Shape;1382;p86"/>
          <p:cNvSpPr txBox="1"/>
          <p:nvPr>
            <p:ph type="title"/>
          </p:nvPr>
        </p:nvSpPr>
        <p:spPr>
          <a:xfrm>
            <a:off x="5723951" y="131799"/>
            <a:ext cx="1440300" cy="360000"/>
          </a:xfrm>
          <a:prstGeom prst="rect">
            <a:avLst/>
          </a:prstGeom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Post-Mortem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6" name="Shape 1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Google Shape;1387;p87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388" name="Google Shape;1388;p87"/>
          <p:cNvSpPr txBox="1"/>
          <p:nvPr>
            <p:ph type="title"/>
          </p:nvPr>
        </p:nvSpPr>
        <p:spPr>
          <a:xfrm>
            <a:off x="593175" y="486000"/>
            <a:ext cx="7916400" cy="27432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389" name="Google Shape;1389;p87"/>
          <p:cNvSpPr txBox="1"/>
          <p:nvPr>
            <p:ph idx="1" type="body"/>
          </p:nvPr>
        </p:nvSpPr>
        <p:spPr>
          <a:xfrm>
            <a:off x="4724375" y="3724950"/>
            <a:ext cx="1287900" cy="327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 sz="1200"/>
              <a:t>LinkedIn:</a:t>
            </a:r>
            <a:endParaRPr sz="1200"/>
          </a:p>
        </p:txBody>
      </p:sp>
      <p:sp>
        <p:nvSpPr>
          <p:cNvPr id="1390" name="Google Shape;1390;p87"/>
          <p:cNvSpPr txBox="1"/>
          <p:nvPr>
            <p:ph idx="2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Danny Son</a:t>
            </a:r>
            <a:endParaRPr/>
          </a:p>
        </p:txBody>
      </p:sp>
      <p:sp>
        <p:nvSpPr>
          <p:cNvPr id="1391" name="Google Shape;1391;p87"/>
          <p:cNvSpPr txBox="1"/>
          <p:nvPr>
            <p:ph idx="3" type="subTitle"/>
          </p:nvPr>
        </p:nvSpPr>
        <p:spPr>
          <a:xfrm>
            <a:off x="5539500" y="3724950"/>
            <a:ext cx="3002400" cy="64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Contact</a:t>
            </a:r>
            <a:br>
              <a:rPr lang="en"/>
            </a:br>
            <a:r>
              <a:rPr lang="en"/>
              <a:t>2002dannyson@gmail.com</a:t>
            </a:r>
            <a:endParaRPr/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/>
          </a:p>
        </p:txBody>
      </p:sp>
      <p:cxnSp>
        <p:nvCxnSpPr>
          <p:cNvPr id="1392" name="Google Shape;1392;p87"/>
          <p:cNvCxnSpPr/>
          <p:nvPr/>
        </p:nvCxnSpPr>
        <p:spPr>
          <a:xfrm rot="10800000">
            <a:off x="593700" y="3671900"/>
            <a:ext cx="79482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393" name="Google Shape;1393;p87" title="image_ba1c1991-3211-49cb-9b46-9ea15ec762aa20260326_035234.jpg"/>
          <p:cNvPicPr preferRelativeResize="0"/>
          <p:nvPr/>
        </p:nvPicPr>
        <p:blipFill rotWithShape="1">
          <a:blip r:embed="rId3">
            <a:alphaModFix/>
          </a:blip>
          <a:srcRect b="9460" l="23010" r="24311" t="41191"/>
          <a:stretch/>
        </p:blipFill>
        <p:spPr>
          <a:xfrm>
            <a:off x="5354025" y="3670188"/>
            <a:ext cx="1320350" cy="1291324"/>
          </a:xfrm>
          <a:prstGeom prst="rect">
            <a:avLst/>
          </a:prstGeom>
          <a:noFill/>
          <a:ln>
            <a:noFill/>
          </a:ln>
        </p:spPr>
      </p:pic>
      <p:sp>
        <p:nvSpPr>
          <p:cNvPr id="1394" name="Google Shape;1394;p87"/>
          <p:cNvSpPr txBox="1"/>
          <p:nvPr>
            <p:ph idx="1" type="body"/>
          </p:nvPr>
        </p:nvSpPr>
        <p:spPr>
          <a:xfrm>
            <a:off x="593700" y="3724956"/>
            <a:ext cx="3641700" cy="765000"/>
          </a:xfrm>
          <a:prstGeom prst="rect">
            <a:avLst/>
          </a:prstGeom>
        </p:spPr>
        <p:txBody>
          <a:bodyPr anchorCtr="0" anchor="t" bIns="91425" lIns="0" spcFirstLastPara="1" rIns="0" wrap="square" tIns="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 sz="1200"/>
              <a:t>Project Repo: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https://github.com/dannys0n/OpenCast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t/>
            </a:r>
            <a:endParaRPr/>
          </a:p>
        </p:txBody>
      </p:sp>
      <p:pic>
        <p:nvPicPr>
          <p:cNvPr id="1395" name="Google Shape;1395;p87" title="downloa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92600" y="3671900"/>
            <a:ext cx="1287900" cy="128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9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88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401" name="Google Shape;1401;p88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402" name="Google Shape;1402;p88"/>
          <p:cNvSpPr txBox="1"/>
          <p:nvPr>
            <p:ph idx="4294967295" type="title"/>
          </p:nvPr>
        </p:nvSpPr>
        <p:spPr>
          <a:xfrm>
            <a:off x="596525" y="1828147"/>
            <a:ext cx="8261400" cy="31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GSI sends live CS2 state into the system.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Raw state is filtered into a compact wrapper.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The text model generates short caster lines.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Lines are split into interruptible sentences.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A queue prioritizes live events over idle chatter.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TTS turns sentences into low-latency audio.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Prompting and voices keep the two casters distinct.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</p:txBody>
      </p:sp>
      <p:sp>
        <p:nvSpPr>
          <p:cNvPr id="1403" name="Google Shape;1403;p88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000"/>
              <a:t>Pipeline detailed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89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409" name="Google Shape;1409;p89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410" name="Google Shape;1410;p89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000"/>
              <a:t>GSI &amp; Filtering</a:t>
            </a:r>
            <a:endParaRPr/>
          </a:p>
        </p:txBody>
      </p:sp>
      <p:sp>
        <p:nvSpPr>
          <p:cNvPr id="1411" name="Google Shape;1411;p89"/>
          <p:cNvSpPr txBox="1"/>
          <p:nvPr>
            <p:ph idx="4294967295" type="title"/>
          </p:nvPr>
        </p:nvSpPr>
        <p:spPr>
          <a:xfrm>
            <a:off x="596525" y="1828147"/>
            <a:ext cx="8261400" cy="31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Raw GSI is noisy and mode-dependent.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Filtering normalizes score, bomb, players, and events.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Spectator mode gives fuller round context.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Player POV uses local features like health, armor, and weapons.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The pipeline avoids inventing missing round state.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Tactical summaries compress pressure and risk signals.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Low-value prompts are filtered out early.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5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p90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417" name="Google Shape;1417;p90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418" name="Google Shape;1418;p90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000"/>
              <a:t>TTS</a:t>
            </a:r>
            <a:endParaRPr/>
          </a:p>
        </p:txBody>
      </p:sp>
      <p:sp>
        <p:nvSpPr>
          <p:cNvPr id="1419" name="Google Shape;1419;p90"/>
          <p:cNvSpPr txBox="1"/>
          <p:nvPr>
            <p:ph idx="4294967295" type="title"/>
          </p:nvPr>
        </p:nvSpPr>
        <p:spPr>
          <a:xfrm>
            <a:off x="596525" y="1828147"/>
            <a:ext cx="8261400" cy="31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OmniVoice replaced the earlier TTS backend.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Two cloned voices represent the casters.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The system optimizes for low first-audio latency.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Playback is sentence-level and interruptible.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v5 prefetches the next sentence.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Stale prefetched audio can be cancelled.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Timing logs track text and TTS latency.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3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p91"/>
          <p:cNvSpPr/>
          <p:nvPr/>
        </p:nvSpPr>
        <p:spPr>
          <a:xfrm>
            <a:off x="912237" y="131788"/>
            <a:ext cx="2245995" cy="360013"/>
          </a:xfrm>
          <a:custGeom>
            <a:rect b="b" l="l" r="r" t="t"/>
            <a:pathLst>
              <a:path extrusionOk="0" h="45745" w="285750">
                <a:moveTo>
                  <a:pt x="85067" y="0"/>
                </a:moveTo>
                <a:lnTo>
                  <a:pt x="82600" y="39"/>
                </a:lnTo>
                <a:lnTo>
                  <a:pt x="80250" y="196"/>
                </a:lnTo>
                <a:lnTo>
                  <a:pt x="78017" y="392"/>
                </a:lnTo>
                <a:lnTo>
                  <a:pt x="75824" y="666"/>
                </a:lnTo>
                <a:lnTo>
                  <a:pt x="73748" y="1057"/>
                </a:lnTo>
                <a:lnTo>
                  <a:pt x="71751" y="1449"/>
                </a:lnTo>
                <a:lnTo>
                  <a:pt x="69871" y="1958"/>
                </a:lnTo>
                <a:lnTo>
                  <a:pt x="68030" y="2467"/>
                </a:lnTo>
                <a:lnTo>
                  <a:pt x="66307" y="3055"/>
                </a:lnTo>
                <a:lnTo>
                  <a:pt x="64662" y="3682"/>
                </a:lnTo>
                <a:lnTo>
                  <a:pt x="63095" y="4347"/>
                </a:lnTo>
                <a:lnTo>
                  <a:pt x="61607" y="5013"/>
                </a:lnTo>
                <a:lnTo>
                  <a:pt x="60197" y="5757"/>
                </a:lnTo>
                <a:lnTo>
                  <a:pt x="58905" y="6462"/>
                </a:lnTo>
                <a:lnTo>
                  <a:pt x="57651" y="7206"/>
                </a:lnTo>
                <a:lnTo>
                  <a:pt x="56476" y="7951"/>
                </a:lnTo>
                <a:lnTo>
                  <a:pt x="55419" y="8695"/>
                </a:lnTo>
                <a:lnTo>
                  <a:pt x="54401" y="9439"/>
                </a:lnTo>
                <a:lnTo>
                  <a:pt x="53461" y="10144"/>
                </a:lnTo>
                <a:lnTo>
                  <a:pt x="52599" y="10888"/>
                </a:lnTo>
                <a:lnTo>
                  <a:pt x="51816" y="11554"/>
                </a:lnTo>
                <a:lnTo>
                  <a:pt x="51111" y="12220"/>
                </a:lnTo>
                <a:lnTo>
                  <a:pt x="49897" y="13434"/>
                </a:lnTo>
                <a:lnTo>
                  <a:pt x="48996" y="14452"/>
                </a:lnTo>
                <a:lnTo>
                  <a:pt x="48330" y="15235"/>
                </a:lnTo>
                <a:lnTo>
                  <a:pt x="47821" y="15901"/>
                </a:lnTo>
                <a:lnTo>
                  <a:pt x="33447" y="32390"/>
                </a:lnTo>
                <a:lnTo>
                  <a:pt x="32429" y="33369"/>
                </a:lnTo>
                <a:lnTo>
                  <a:pt x="31371" y="34348"/>
                </a:lnTo>
                <a:lnTo>
                  <a:pt x="30314" y="35249"/>
                </a:lnTo>
                <a:lnTo>
                  <a:pt x="29217" y="36110"/>
                </a:lnTo>
                <a:lnTo>
                  <a:pt x="28160" y="36933"/>
                </a:lnTo>
                <a:lnTo>
                  <a:pt x="27063" y="37677"/>
                </a:lnTo>
                <a:lnTo>
                  <a:pt x="25967" y="38421"/>
                </a:lnTo>
                <a:lnTo>
                  <a:pt x="24870" y="39087"/>
                </a:lnTo>
                <a:lnTo>
                  <a:pt x="23773" y="39753"/>
                </a:lnTo>
                <a:lnTo>
                  <a:pt x="22677" y="40340"/>
                </a:lnTo>
                <a:lnTo>
                  <a:pt x="21580" y="40889"/>
                </a:lnTo>
                <a:lnTo>
                  <a:pt x="20483" y="41437"/>
                </a:lnTo>
                <a:lnTo>
                  <a:pt x="19348" y="41907"/>
                </a:lnTo>
                <a:lnTo>
                  <a:pt x="18251" y="42377"/>
                </a:lnTo>
                <a:lnTo>
                  <a:pt x="17154" y="42768"/>
                </a:lnTo>
                <a:lnTo>
                  <a:pt x="16058" y="43160"/>
                </a:lnTo>
                <a:lnTo>
                  <a:pt x="14961" y="43513"/>
                </a:lnTo>
                <a:lnTo>
                  <a:pt x="13865" y="43826"/>
                </a:lnTo>
                <a:lnTo>
                  <a:pt x="12807" y="44139"/>
                </a:lnTo>
                <a:lnTo>
                  <a:pt x="11750" y="44374"/>
                </a:lnTo>
                <a:lnTo>
                  <a:pt x="10692" y="44609"/>
                </a:lnTo>
                <a:lnTo>
                  <a:pt x="9635" y="44844"/>
                </a:lnTo>
                <a:lnTo>
                  <a:pt x="7559" y="45197"/>
                </a:lnTo>
                <a:lnTo>
                  <a:pt x="5561" y="45432"/>
                </a:lnTo>
                <a:lnTo>
                  <a:pt x="3642" y="45588"/>
                </a:lnTo>
                <a:lnTo>
                  <a:pt x="1762" y="45706"/>
                </a:lnTo>
                <a:lnTo>
                  <a:pt x="0" y="45745"/>
                </a:lnTo>
                <a:lnTo>
                  <a:pt x="285750" y="45745"/>
                </a:lnTo>
                <a:lnTo>
                  <a:pt x="283988" y="45706"/>
                </a:lnTo>
                <a:lnTo>
                  <a:pt x="282108" y="45588"/>
                </a:lnTo>
                <a:lnTo>
                  <a:pt x="280189" y="45432"/>
                </a:lnTo>
                <a:lnTo>
                  <a:pt x="278191" y="45197"/>
                </a:lnTo>
                <a:lnTo>
                  <a:pt x="276115" y="44844"/>
                </a:lnTo>
                <a:lnTo>
                  <a:pt x="275097" y="44609"/>
                </a:lnTo>
                <a:lnTo>
                  <a:pt x="274000" y="44374"/>
                </a:lnTo>
                <a:lnTo>
                  <a:pt x="272943" y="44139"/>
                </a:lnTo>
                <a:lnTo>
                  <a:pt x="271886" y="43826"/>
                </a:lnTo>
                <a:lnTo>
                  <a:pt x="270789" y="43513"/>
                </a:lnTo>
                <a:lnTo>
                  <a:pt x="269692" y="43160"/>
                </a:lnTo>
                <a:lnTo>
                  <a:pt x="268596" y="42768"/>
                </a:lnTo>
                <a:lnTo>
                  <a:pt x="267499" y="42377"/>
                </a:lnTo>
                <a:lnTo>
                  <a:pt x="266402" y="41907"/>
                </a:lnTo>
                <a:lnTo>
                  <a:pt x="265306" y="41437"/>
                </a:lnTo>
                <a:lnTo>
                  <a:pt x="264170" y="40889"/>
                </a:lnTo>
                <a:lnTo>
                  <a:pt x="263073" y="40340"/>
                </a:lnTo>
                <a:lnTo>
                  <a:pt x="261977" y="39753"/>
                </a:lnTo>
                <a:lnTo>
                  <a:pt x="260880" y="39087"/>
                </a:lnTo>
                <a:lnTo>
                  <a:pt x="259783" y="38421"/>
                </a:lnTo>
                <a:lnTo>
                  <a:pt x="258687" y="37677"/>
                </a:lnTo>
                <a:lnTo>
                  <a:pt x="257590" y="36933"/>
                </a:lnTo>
                <a:lnTo>
                  <a:pt x="256533" y="36110"/>
                </a:lnTo>
                <a:lnTo>
                  <a:pt x="255436" y="35249"/>
                </a:lnTo>
                <a:lnTo>
                  <a:pt x="254379" y="34348"/>
                </a:lnTo>
                <a:lnTo>
                  <a:pt x="253321" y="33369"/>
                </a:lnTo>
                <a:lnTo>
                  <a:pt x="252303" y="32390"/>
                </a:lnTo>
                <a:lnTo>
                  <a:pt x="237929" y="15901"/>
                </a:lnTo>
                <a:lnTo>
                  <a:pt x="237420" y="15235"/>
                </a:lnTo>
                <a:lnTo>
                  <a:pt x="236754" y="14452"/>
                </a:lnTo>
                <a:lnTo>
                  <a:pt x="235853" y="13434"/>
                </a:lnTo>
                <a:lnTo>
                  <a:pt x="234639" y="12220"/>
                </a:lnTo>
                <a:lnTo>
                  <a:pt x="233934" y="11554"/>
                </a:lnTo>
                <a:lnTo>
                  <a:pt x="233151" y="10888"/>
                </a:lnTo>
                <a:lnTo>
                  <a:pt x="232289" y="10144"/>
                </a:lnTo>
                <a:lnTo>
                  <a:pt x="231349" y="9439"/>
                </a:lnTo>
                <a:lnTo>
                  <a:pt x="230370" y="8695"/>
                </a:lnTo>
                <a:lnTo>
                  <a:pt x="229274" y="7951"/>
                </a:lnTo>
                <a:lnTo>
                  <a:pt x="228099" y="7206"/>
                </a:lnTo>
                <a:lnTo>
                  <a:pt x="226885" y="6462"/>
                </a:lnTo>
                <a:lnTo>
                  <a:pt x="225553" y="5757"/>
                </a:lnTo>
                <a:lnTo>
                  <a:pt x="224143" y="5013"/>
                </a:lnTo>
                <a:lnTo>
                  <a:pt x="222655" y="4347"/>
                </a:lnTo>
                <a:lnTo>
                  <a:pt x="221088" y="3682"/>
                </a:lnTo>
                <a:lnTo>
                  <a:pt x="219443" y="3055"/>
                </a:lnTo>
                <a:lnTo>
                  <a:pt x="217720" y="2467"/>
                </a:lnTo>
                <a:lnTo>
                  <a:pt x="215879" y="1958"/>
                </a:lnTo>
                <a:lnTo>
                  <a:pt x="213999" y="1449"/>
                </a:lnTo>
                <a:lnTo>
                  <a:pt x="212002" y="1057"/>
                </a:lnTo>
                <a:lnTo>
                  <a:pt x="209926" y="666"/>
                </a:lnTo>
                <a:lnTo>
                  <a:pt x="207733" y="392"/>
                </a:lnTo>
                <a:lnTo>
                  <a:pt x="205500" y="196"/>
                </a:lnTo>
                <a:lnTo>
                  <a:pt x="203150" y="39"/>
                </a:lnTo>
                <a:lnTo>
                  <a:pt x="20068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1425" name="Google Shape;1425;p91"/>
          <p:cNvSpPr txBox="1"/>
          <p:nvPr>
            <p:ph idx="3" type="subTitle"/>
          </p:nvPr>
        </p:nvSpPr>
        <p:spPr>
          <a:xfrm>
            <a:off x="1284638" y="214800"/>
            <a:ext cx="1501200" cy="183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426" name="Google Shape;1426;p91"/>
          <p:cNvSpPr txBox="1"/>
          <p:nvPr>
            <p:ph type="title"/>
          </p:nvPr>
        </p:nvSpPr>
        <p:spPr>
          <a:xfrm>
            <a:off x="596525" y="753331"/>
            <a:ext cx="7062000" cy="855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4000"/>
              <a:t>Fine tuning</a:t>
            </a:r>
            <a:endParaRPr/>
          </a:p>
        </p:txBody>
      </p:sp>
      <p:sp>
        <p:nvSpPr>
          <p:cNvPr id="1427" name="Google Shape;1427;p91"/>
          <p:cNvSpPr txBox="1"/>
          <p:nvPr>
            <p:ph idx="4294967295" type="title"/>
          </p:nvPr>
        </p:nvSpPr>
        <p:spPr>
          <a:xfrm>
            <a:off x="596525" y="1828147"/>
            <a:ext cx="8261400" cy="314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Training inputs come from real structured match data.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Gold rows are hand-tuned for quality.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Separate styles cover events, color, and conversation.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Synthetic data uses real inputs plus gold few-shots.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Outputs stay in a simple structured lines format.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Validation checks JSON shape and line counts.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Font typeface="Hanken Grotesk Light"/>
              <a:buChar char="●"/>
            </a:pPr>
            <a:r>
              <a:rPr lang="en" sz="1500">
                <a:latin typeface="Hanken Grotesk Light"/>
                <a:ea typeface="Hanken Grotesk Light"/>
                <a:cs typeface="Hanken Grotesk Light"/>
                <a:sym typeface="Hanken Grotesk Light"/>
              </a:rPr>
              <a:t>Fine-tuning improves grounding, not just style.</a:t>
            </a:r>
            <a:endParaRPr sz="1500">
              <a:latin typeface="Hanken Grotesk Light"/>
              <a:ea typeface="Hanken Grotesk Light"/>
              <a:cs typeface="Hanken Grotesk Light"/>
              <a:sym typeface="Hanken Grotesk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ATEGIC PITCH PRESENTATION">
  <a:themeElements>
    <a:clrScheme name="Simple Light">
      <a:dk1>
        <a:srgbClr val="000000"/>
      </a:dk1>
      <a:lt1>
        <a:srgbClr val="FAFAFA"/>
      </a:lt1>
      <a:dk2>
        <a:srgbClr val="CCCCCC"/>
      </a:dk2>
      <a:lt2>
        <a:srgbClr val="F3F3F3"/>
      </a:lt2>
      <a:accent1>
        <a:srgbClr val="FBE2C4"/>
      </a:accent1>
      <a:accent2>
        <a:srgbClr val="FFCCE4"/>
      </a:accent2>
      <a:accent3>
        <a:srgbClr val="C0E9FF"/>
      </a:accent3>
      <a:accent4>
        <a:srgbClr val="D2FD78"/>
      </a:accent4>
      <a:accent5>
        <a:srgbClr val="FAEA32"/>
      </a:accent5>
      <a:accent6>
        <a:srgbClr val="CBB2FE"/>
      </a:accent6>
      <a:hlink>
        <a:srgbClr val="C0E9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